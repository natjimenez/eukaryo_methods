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58" r:id="rId4"/>
    <p:sldId id="260" r:id="rId5"/>
    <p:sldId id="261" r:id="rId6"/>
    <p:sldId id="268" r:id="rId7"/>
    <p:sldId id="259" r:id="rId8"/>
  </p:sldIdLst>
  <p:sldSz cx="12192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tial metrics (Figure 1)" id="{58834D51-0A62-4ED2-935B-70E01DDB92FA}">
          <p14:sldIdLst>
            <p14:sldId id="262"/>
          </p14:sldIdLst>
        </p14:section>
        <p14:section name="Biomass precursor presence and producibility (Figure 2)" id="{DC2824EB-87B4-402E-A721-6C12BEE5BF2B}">
          <p14:sldIdLst>
            <p14:sldId id="257"/>
          </p14:sldIdLst>
        </p14:section>
        <p14:section name="Compartmentalization analysis (Figure 3)" id="{1BDACBEA-2C31-4578-A5AD-7BE557DCC577}">
          <p14:sldIdLst>
            <p14:sldId id="258"/>
          </p14:sldIdLst>
        </p14:section>
        <p14:section name="Genomic support analysis (Figure 4)" id="{D48DEF81-2539-4F09-926D-6101F4F156DC}">
          <p14:sldIdLst>
            <p14:sldId id="260"/>
          </p14:sldIdLst>
        </p14:section>
        <p14:section name="Biochemical sets similarity (Figure 5)" id="{C2C184DB-DBDE-4B4E-BF05-964903D4AD7A}">
          <p14:sldIdLst>
            <p14:sldId id="261"/>
          </p14:sldIdLst>
        </p14:section>
        <p14:section name="Biochemical content variability analysis (Figure 6)" id="{F1182476-C1C4-489E-888D-8D2472D24B1F}">
          <p14:sldIdLst>
            <p14:sldId id="268"/>
          </p14:sldIdLst>
        </p14:section>
        <p14:section name="Metabolomic coverage (Figure 7)" id="{90456D20-8F8A-4F73-8352-0AB3FDC379F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03" autoAdjust="0"/>
    <p:restoredTop sz="94660"/>
  </p:normalViewPr>
  <p:slideViewPr>
    <p:cSldViewPr snapToGrid="0">
      <p:cViewPr>
        <p:scale>
          <a:sx n="50" d="100"/>
          <a:sy n="50" d="100"/>
        </p:scale>
        <p:origin x="696" y="-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95781"/>
            <a:ext cx="10363200" cy="382016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763261"/>
            <a:ext cx="9144000" cy="264921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924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5973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35583"/>
            <a:ext cx="10515600" cy="456437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343143"/>
            <a:ext cx="10515600" cy="24002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0564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921000"/>
            <a:ext cx="51816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921000"/>
            <a:ext cx="51816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433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4202"/>
            <a:ext cx="105156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89861"/>
            <a:ext cx="5157787" cy="131825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008120"/>
            <a:ext cx="5157787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89861"/>
            <a:ext cx="5183188" cy="131825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008120"/>
            <a:ext cx="5183188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471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4838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589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5603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79882"/>
            <a:ext cx="6172200" cy="779780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91840"/>
            <a:ext cx="3932237" cy="60985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204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5603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79882"/>
            <a:ext cx="6172200" cy="779780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91840"/>
            <a:ext cx="3932237" cy="60985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903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904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84200"/>
            <a:ext cx="262890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84200"/>
            <a:ext cx="773430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532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84202"/>
            <a:ext cx="105156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921000"/>
            <a:ext cx="105156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170162"/>
            <a:ext cx="2743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E7E3A-F1E8-439E-8E32-0D394F89298B}" type="datetimeFigureOut">
              <a:rPr lang="es-CL" smtClean="0"/>
              <a:t>13-12-2025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170162"/>
            <a:ext cx="41148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170162"/>
            <a:ext cx="2743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6592F-2583-4E5D-BA4B-05FB60CDCDB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957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FBBA280-3D4E-09A4-EAC9-99C7079E6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854"/>
          <a:stretch>
            <a:fillRect/>
          </a:stretch>
        </p:blipFill>
        <p:spPr>
          <a:xfrm>
            <a:off x="567423" y="2266039"/>
            <a:ext cx="10406179" cy="621044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7892C32-ABA0-06EE-F2A0-5E56B2DEC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329" t="89906" r="33671" b="921"/>
          <a:stretch>
            <a:fillRect/>
          </a:stretch>
        </p:blipFill>
        <p:spPr>
          <a:xfrm>
            <a:off x="5936379" y="7155997"/>
            <a:ext cx="4023361" cy="353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B8CBFC-B481-203A-8885-247746B40F89}"/>
              </a:ext>
            </a:extLst>
          </p:cNvPr>
          <p:cNvSpPr txBox="1"/>
          <p:nvPr/>
        </p:nvSpPr>
        <p:spPr>
          <a:xfrm>
            <a:off x="6732300" y="6885176"/>
            <a:ext cx="225204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300" dirty="0">
                <a:latin typeface="Arial" panose="020B0604020202020204" pitchFamily="34" charset="0"/>
                <a:cs typeface="Arial" panose="020B0604020202020204" pitchFamily="34" charset="0"/>
              </a:rPr>
              <a:t>Organisms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90DF6B-4DCD-EB90-ADB8-9EA928049215}"/>
              </a:ext>
            </a:extLst>
          </p:cNvPr>
          <p:cNvSpPr txBox="1"/>
          <p:nvPr/>
        </p:nvSpPr>
        <p:spPr>
          <a:xfrm>
            <a:off x="521703" y="2229751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04E98-1897-9D25-45FA-E6A080BFB051}"/>
              </a:ext>
            </a:extLst>
          </p:cNvPr>
          <p:cNvSpPr txBox="1"/>
          <p:nvPr/>
        </p:nvSpPr>
        <p:spPr>
          <a:xfrm>
            <a:off x="3957125" y="223035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47219-67E7-73A5-AA4F-FF6A7B1F6DA5}"/>
              </a:ext>
            </a:extLst>
          </p:cNvPr>
          <p:cNvSpPr txBox="1"/>
          <p:nvPr/>
        </p:nvSpPr>
        <p:spPr>
          <a:xfrm>
            <a:off x="7444109" y="222793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445634-573E-485F-D6E8-C6F9ABE36CB0}"/>
              </a:ext>
            </a:extLst>
          </p:cNvPr>
          <p:cNvSpPr txBox="1"/>
          <p:nvPr/>
        </p:nvSpPr>
        <p:spPr>
          <a:xfrm>
            <a:off x="655432" y="425528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847DAD-B396-353B-48A6-B1A81C5B07EC}"/>
              </a:ext>
            </a:extLst>
          </p:cNvPr>
          <p:cNvSpPr txBox="1"/>
          <p:nvPr/>
        </p:nvSpPr>
        <p:spPr>
          <a:xfrm>
            <a:off x="4087622" y="4255284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2312D9-0056-59AD-4EA7-1306B2CE626E}"/>
              </a:ext>
            </a:extLst>
          </p:cNvPr>
          <p:cNvSpPr txBox="1"/>
          <p:nvPr/>
        </p:nvSpPr>
        <p:spPr>
          <a:xfrm>
            <a:off x="7489721" y="4263751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(f)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55790A-6113-94FE-057A-C4A4AB952FBF}"/>
              </a:ext>
            </a:extLst>
          </p:cNvPr>
          <p:cNvSpPr txBox="1"/>
          <p:nvPr/>
        </p:nvSpPr>
        <p:spPr>
          <a:xfrm>
            <a:off x="636764" y="62625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(g)</a:t>
            </a:r>
          </a:p>
        </p:txBody>
      </p:sp>
    </p:spTree>
    <p:extLst>
      <p:ext uri="{BB962C8B-B14F-4D97-AF65-F5344CB8AC3E}">
        <p14:creationId xmlns:p14="http://schemas.microsoft.com/office/powerpoint/2010/main" val="91921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5D7D4AC-ACE5-A3FD-87A3-E475E053B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641800"/>
            <a:ext cx="11908971" cy="377901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90328D4-FB67-DB74-F642-B90E6D1E6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252" t="31686" b="43253"/>
          <a:stretch>
            <a:fillRect/>
          </a:stretch>
        </p:blipFill>
        <p:spPr>
          <a:xfrm>
            <a:off x="11311557" y="4914930"/>
            <a:ext cx="873957" cy="1209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899A68-E52E-37D1-FB07-8B5AAF56B0E3}"/>
              </a:ext>
            </a:extLst>
          </p:cNvPr>
          <p:cNvSpPr txBox="1"/>
          <p:nvPr/>
        </p:nvSpPr>
        <p:spPr>
          <a:xfrm>
            <a:off x="11311557" y="4637316"/>
            <a:ext cx="8739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dirty="0">
                <a:latin typeface="Arial" panose="020B0604020202020204" pitchFamily="34" charset="0"/>
                <a:cs typeface="Arial" panose="020B0604020202020204" pitchFamily="34" charset="0"/>
              </a:rPr>
              <a:t>Metabolite </a:t>
            </a:r>
          </a:p>
          <a:p>
            <a:pPr algn="ctr"/>
            <a:r>
              <a:rPr lang="es-CL" sz="1100" dirty="0">
                <a:latin typeface="Arial" panose="020B0604020202020204" pitchFamily="34" charset="0"/>
                <a:cs typeface="Arial" panose="020B0604020202020204" pitchFamily="34" charset="0"/>
              </a:rPr>
              <a:t>presence</a:t>
            </a:r>
          </a:p>
        </p:txBody>
      </p:sp>
    </p:spTree>
    <p:extLst>
      <p:ext uri="{BB962C8B-B14F-4D97-AF65-F5344CB8AC3E}">
        <p14:creationId xmlns:p14="http://schemas.microsoft.com/office/powerpoint/2010/main" val="107825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5AA211D-7794-B511-5648-75CDDDFAF40F}"/>
              </a:ext>
            </a:extLst>
          </p:cNvPr>
          <p:cNvGrpSpPr>
            <a:grpSpLocks noChangeAspect="1"/>
          </p:cNvGrpSpPr>
          <p:nvPr/>
        </p:nvGrpSpPr>
        <p:grpSpPr>
          <a:xfrm>
            <a:off x="2155262" y="6024353"/>
            <a:ext cx="4330543" cy="3839955"/>
            <a:chOff x="797957" y="1945004"/>
            <a:chExt cx="5511800" cy="4887393"/>
          </a:xfrm>
        </p:grpSpPr>
        <p:pic>
          <p:nvPicPr>
            <p:cNvPr id="4" name="Picture 3" descr="A graph of multiple colored bars&#10;&#10;Description automatically generated">
              <a:extLst>
                <a:ext uri="{FF2B5EF4-FFF2-40B4-BE49-F238E27FC236}">
                  <a16:creationId xmlns:a16="http://schemas.microsoft.com/office/drawing/2014/main" id="{BCE92BCC-1F1B-7393-7781-DA6FDA039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957" y="1945004"/>
              <a:ext cx="5511800" cy="46863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314B48-0651-5D2B-4006-0BD102EFEEE0}"/>
                </a:ext>
              </a:extLst>
            </p:cNvPr>
            <p:cNvSpPr txBox="1"/>
            <p:nvPr/>
          </p:nvSpPr>
          <p:spPr>
            <a:xfrm>
              <a:off x="1272480" y="6418378"/>
              <a:ext cx="745103" cy="2742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AuReMe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21F12F-67AF-32B9-4AEE-C19AA80794C4}"/>
                </a:ext>
              </a:extLst>
            </p:cNvPr>
            <p:cNvSpPr txBox="1"/>
            <p:nvPr/>
          </p:nvSpPr>
          <p:spPr>
            <a:xfrm>
              <a:off x="2096654" y="6414144"/>
              <a:ext cx="765506" cy="2742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CarveMe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7E2DF5-B822-1007-625A-771645431CE4}"/>
                </a:ext>
              </a:extLst>
            </p:cNvPr>
            <p:cNvSpPr txBox="1"/>
            <p:nvPr/>
          </p:nvSpPr>
          <p:spPr>
            <a:xfrm>
              <a:off x="2989762" y="6405678"/>
              <a:ext cx="590044" cy="2742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merlin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E04DEA-2BBC-7734-EA72-72D47A5C153F}"/>
                </a:ext>
              </a:extLst>
            </p:cNvPr>
            <p:cNvSpPr txBox="1"/>
            <p:nvPr/>
          </p:nvSpPr>
          <p:spPr>
            <a:xfrm>
              <a:off x="3675493" y="6401494"/>
              <a:ext cx="912363" cy="4309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Pathway </a:t>
              </a:r>
              <a:b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Tools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695926-278D-CEC3-E2F1-6C51A7727D7E}"/>
                </a:ext>
              </a:extLst>
            </p:cNvPr>
            <p:cNvSpPr txBox="1"/>
            <p:nvPr/>
          </p:nvSpPr>
          <p:spPr>
            <a:xfrm>
              <a:off x="4587323" y="6401494"/>
              <a:ext cx="868751" cy="2742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 Reconstructor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B77D26-8A20-7E3B-3C9D-7399A6871944}"/>
                </a:ext>
              </a:extLst>
            </p:cNvPr>
            <p:cNvSpPr txBox="1"/>
            <p:nvPr/>
          </p:nvSpPr>
          <p:spPr>
            <a:xfrm>
              <a:off x="5506892" y="6401444"/>
              <a:ext cx="690681" cy="2742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  Reference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8076BF-1A6F-B1F6-1A44-D6F6EB94FD4D}"/>
              </a:ext>
            </a:extLst>
          </p:cNvPr>
          <p:cNvGrpSpPr>
            <a:grpSpLocks noChangeAspect="1"/>
          </p:cNvGrpSpPr>
          <p:nvPr/>
        </p:nvGrpSpPr>
        <p:grpSpPr>
          <a:xfrm>
            <a:off x="7136598" y="6024353"/>
            <a:ext cx="3389233" cy="3670124"/>
            <a:chOff x="6839581" y="1945004"/>
            <a:chExt cx="4373896" cy="4736394"/>
          </a:xfrm>
        </p:grpSpPr>
        <p:pic>
          <p:nvPicPr>
            <p:cNvPr id="5" name="Picture 4" descr="A graph of different colored bars&#10;&#10;Description automatically generated">
              <a:extLst>
                <a:ext uri="{FF2B5EF4-FFF2-40B4-BE49-F238E27FC236}">
                  <a16:creationId xmlns:a16="http://schemas.microsoft.com/office/drawing/2014/main" id="{33DD2305-C787-1198-2430-091C2A019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581" y="1945004"/>
              <a:ext cx="4127500" cy="46863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F5069C-8775-B260-2072-684FE329F5ED}"/>
                </a:ext>
              </a:extLst>
            </p:cNvPr>
            <p:cNvSpPr txBox="1"/>
            <p:nvPr/>
          </p:nvSpPr>
          <p:spPr>
            <a:xfrm>
              <a:off x="7364218" y="6403362"/>
              <a:ext cx="776184" cy="27803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CarveMe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C257C8-0EE0-6FB7-2EFF-CC958EB39CC8}"/>
                </a:ext>
              </a:extLst>
            </p:cNvPr>
            <p:cNvSpPr txBox="1"/>
            <p:nvPr/>
          </p:nvSpPr>
          <p:spPr>
            <a:xfrm>
              <a:off x="8357123" y="6394895"/>
              <a:ext cx="895963" cy="2780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Pathway Tools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656C27-7DAF-E527-BD19-889614E9F42D}"/>
                </a:ext>
              </a:extLst>
            </p:cNvPr>
            <p:cNvSpPr txBox="1"/>
            <p:nvPr/>
          </p:nvSpPr>
          <p:spPr>
            <a:xfrm>
              <a:off x="9399826" y="6389687"/>
              <a:ext cx="985569" cy="2780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 Reconstructor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EE4429-A935-6035-E3F3-9177583B7ABD}"/>
                </a:ext>
              </a:extLst>
            </p:cNvPr>
            <p:cNvSpPr txBox="1"/>
            <p:nvPr/>
          </p:nvSpPr>
          <p:spPr>
            <a:xfrm>
              <a:off x="10317514" y="6397611"/>
              <a:ext cx="895963" cy="2780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r>
                <a:rPr lang="es-CL" sz="800" dirty="0">
                  <a:latin typeface="Arial" panose="020B0604020202020204" pitchFamily="34" charset="0"/>
                  <a:cs typeface="Arial" panose="020B0604020202020204" pitchFamily="34" charset="0"/>
                </a:rPr>
                <a:t> Reference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F508F3A-29F5-DA10-6F97-28560AA18D24}"/>
              </a:ext>
            </a:extLst>
          </p:cNvPr>
          <p:cNvSpPr txBox="1"/>
          <p:nvPr/>
        </p:nvSpPr>
        <p:spPr>
          <a:xfrm>
            <a:off x="2039305" y="573213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22AB9-8900-4B00-EC60-D1A845C06733}"/>
              </a:ext>
            </a:extLst>
          </p:cNvPr>
          <p:cNvSpPr txBox="1"/>
          <p:nvPr/>
        </p:nvSpPr>
        <p:spPr>
          <a:xfrm>
            <a:off x="6870081" y="5694694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06EC8E-47D6-3943-9141-58B17AC1ACFD}"/>
              </a:ext>
            </a:extLst>
          </p:cNvPr>
          <p:cNvSpPr txBox="1"/>
          <p:nvPr/>
        </p:nvSpPr>
        <p:spPr>
          <a:xfrm>
            <a:off x="2961593" y="1413240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B6026C8-BA9F-2FA6-7CA8-B5A96A4167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0743" b="3391"/>
          <a:stretch>
            <a:fillRect/>
          </a:stretch>
        </p:blipFill>
        <p:spPr>
          <a:xfrm>
            <a:off x="3465900" y="1489440"/>
            <a:ext cx="5525799" cy="404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7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016ACE6-84C4-B535-70D2-393BD8929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4422"/>
          <a:stretch>
            <a:fillRect/>
          </a:stretch>
        </p:blipFill>
        <p:spPr>
          <a:xfrm>
            <a:off x="207933" y="3063729"/>
            <a:ext cx="11720836" cy="2153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60EC1C-98D6-5D3B-D267-90146EF54B8A}"/>
              </a:ext>
            </a:extLst>
          </p:cNvPr>
          <p:cNvSpPr txBox="1"/>
          <p:nvPr/>
        </p:nvSpPr>
        <p:spPr>
          <a:xfrm>
            <a:off x="174480" y="2871341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AF5D2C-8F0E-0554-5626-4D411CE5E47C}"/>
              </a:ext>
            </a:extLst>
          </p:cNvPr>
          <p:cNvSpPr txBox="1"/>
          <p:nvPr/>
        </p:nvSpPr>
        <p:spPr>
          <a:xfrm>
            <a:off x="4053295" y="289920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BE63C-866F-7006-0E94-C60C306498ED}"/>
              </a:ext>
            </a:extLst>
          </p:cNvPr>
          <p:cNvSpPr txBox="1"/>
          <p:nvPr/>
        </p:nvSpPr>
        <p:spPr>
          <a:xfrm>
            <a:off x="7869534" y="2889583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8AE4766-EBAD-90F0-5314-AFE2B3988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1356"/>
          <a:stretch>
            <a:fillRect/>
          </a:stretch>
        </p:blipFill>
        <p:spPr>
          <a:xfrm>
            <a:off x="1869532" y="5509635"/>
            <a:ext cx="8130145" cy="2246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1AA265-FB9E-1B93-6F41-8D3119CB208C}"/>
              </a:ext>
            </a:extLst>
          </p:cNvPr>
          <p:cNvSpPr txBox="1"/>
          <p:nvPr/>
        </p:nvSpPr>
        <p:spPr>
          <a:xfrm>
            <a:off x="1836704" y="5388643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A8AF2-8ABE-F837-5213-7C0E1570D016}"/>
              </a:ext>
            </a:extLst>
          </p:cNvPr>
          <p:cNvSpPr txBox="1"/>
          <p:nvPr/>
        </p:nvSpPr>
        <p:spPr>
          <a:xfrm>
            <a:off x="5896275" y="540587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825FA33-E60C-05B0-EB42-DA9FD89D86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84854"/>
          <a:stretch>
            <a:fillRect/>
          </a:stretch>
        </p:blipFill>
        <p:spPr>
          <a:xfrm>
            <a:off x="2444231" y="8343722"/>
            <a:ext cx="7442894" cy="36674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A7A333-8613-56D5-A6E3-3AF5BED4618E}"/>
              </a:ext>
            </a:extLst>
          </p:cNvPr>
          <p:cNvSpPr/>
          <p:nvPr/>
        </p:nvSpPr>
        <p:spPr>
          <a:xfrm>
            <a:off x="4785321" y="9171550"/>
            <a:ext cx="381635" cy="124143"/>
          </a:xfrm>
          <a:prstGeom prst="roundRect">
            <a:avLst>
              <a:gd name="adj" fmla="val 50000"/>
            </a:avLst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67F8A7-C090-DCE1-779D-3080AE2E3BCD}"/>
              </a:ext>
            </a:extLst>
          </p:cNvPr>
          <p:cNvSpPr/>
          <p:nvPr/>
        </p:nvSpPr>
        <p:spPr>
          <a:xfrm>
            <a:off x="6104065" y="9160228"/>
            <a:ext cx="381635" cy="124143"/>
          </a:xfrm>
          <a:prstGeom prst="roundRect">
            <a:avLst>
              <a:gd name="adj" fmla="val 50000"/>
            </a:avLst>
          </a:prstGeom>
          <a:solidFill>
            <a:srgbClr val="000000">
              <a:alpha val="1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A0D9B2-69E8-1BC3-E431-38A3F75D30AA}"/>
              </a:ext>
            </a:extLst>
          </p:cNvPr>
          <p:cNvSpPr txBox="1"/>
          <p:nvPr/>
        </p:nvSpPr>
        <p:spPr>
          <a:xfrm>
            <a:off x="5461886" y="8076869"/>
            <a:ext cx="1407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Organisms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B06E51-54C9-B7B8-77CE-837E1B219E3E}"/>
              </a:ext>
            </a:extLst>
          </p:cNvPr>
          <p:cNvSpPr txBox="1"/>
          <p:nvPr/>
        </p:nvSpPr>
        <p:spPr>
          <a:xfrm>
            <a:off x="5448907" y="8821577"/>
            <a:ext cx="1407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Mapping status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08519B-1DEC-FBFA-8D79-BD293EF01598}"/>
              </a:ext>
            </a:extLst>
          </p:cNvPr>
          <p:cNvSpPr txBox="1"/>
          <p:nvPr/>
        </p:nvSpPr>
        <p:spPr>
          <a:xfrm>
            <a:off x="4887298" y="9091493"/>
            <a:ext cx="1395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50" dirty="0">
                <a:latin typeface="Arial" panose="020B0604020202020204" pitchFamily="34" charset="0"/>
                <a:cs typeface="Arial" panose="020B0604020202020204" pitchFamily="34" charset="0"/>
              </a:rPr>
              <a:t>Mapped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B8F66-EF53-38B6-19AC-D632BA1737DE}"/>
              </a:ext>
            </a:extLst>
          </p:cNvPr>
          <p:cNvSpPr txBox="1"/>
          <p:nvPr/>
        </p:nvSpPr>
        <p:spPr>
          <a:xfrm>
            <a:off x="6432808" y="9090067"/>
            <a:ext cx="11869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50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es-CL" sz="1050" dirty="0" err="1">
                <a:latin typeface="Arial" panose="020B0604020202020204" pitchFamily="34" charset="0"/>
                <a:cs typeface="Arial" panose="020B0604020202020204" pitchFamily="34" charset="0"/>
              </a:rPr>
              <a:t>mapped</a:t>
            </a:r>
            <a:endParaRPr lang="es-CL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5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63D3AD2-4BEA-F301-B2FA-A8179B40E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348"/>
          <a:stretch>
            <a:fillRect/>
          </a:stretch>
        </p:blipFill>
        <p:spPr>
          <a:xfrm>
            <a:off x="2394162" y="2299607"/>
            <a:ext cx="7632586" cy="215169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923E145-774C-CF35-C77D-2FAB93A6F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0475"/>
          <a:stretch>
            <a:fillRect/>
          </a:stretch>
        </p:blipFill>
        <p:spPr>
          <a:xfrm>
            <a:off x="2236394" y="4693195"/>
            <a:ext cx="7761486" cy="216888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F2F7854-58AD-72DE-024D-E40ECE69B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4854"/>
          <a:stretch>
            <a:fillRect/>
          </a:stretch>
        </p:blipFill>
        <p:spPr>
          <a:xfrm>
            <a:off x="2327501" y="7285868"/>
            <a:ext cx="7442894" cy="366743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D62F6D-4387-7F8D-D9AE-B51B1AA09B19}"/>
              </a:ext>
            </a:extLst>
          </p:cNvPr>
          <p:cNvSpPr/>
          <p:nvPr/>
        </p:nvSpPr>
        <p:spPr>
          <a:xfrm>
            <a:off x="4764288" y="8113696"/>
            <a:ext cx="381635" cy="124143"/>
          </a:xfrm>
          <a:prstGeom prst="roundRect">
            <a:avLst>
              <a:gd name="adj" fmla="val 50000"/>
            </a:avLst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73BB9E-AD45-9DBA-1ED0-65BD3F597688}"/>
              </a:ext>
            </a:extLst>
          </p:cNvPr>
          <p:cNvSpPr/>
          <p:nvPr/>
        </p:nvSpPr>
        <p:spPr>
          <a:xfrm>
            <a:off x="6083032" y="8102374"/>
            <a:ext cx="381635" cy="124143"/>
          </a:xfrm>
          <a:prstGeom prst="roundRect">
            <a:avLst>
              <a:gd name="adj" fmla="val 50000"/>
            </a:avLst>
          </a:prstGeom>
          <a:solidFill>
            <a:srgbClr val="000000">
              <a:alpha val="1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5CFE1D-340F-3D52-F4FE-EECD52670286}"/>
              </a:ext>
            </a:extLst>
          </p:cNvPr>
          <p:cNvSpPr txBox="1"/>
          <p:nvPr/>
        </p:nvSpPr>
        <p:spPr>
          <a:xfrm>
            <a:off x="2327501" y="2127418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6959BD-6645-6190-02AB-99929A44A96D}"/>
              </a:ext>
            </a:extLst>
          </p:cNvPr>
          <p:cNvSpPr txBox="1"/>
          <p:nvPr/>
        </p:nvSpPr>
        <p:spPr>
          <a:xfrm>
            <a:off x="6126830" y="2127419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C97AD9-4607-2D7F-CFBC-114A7B8D0412}"/>
              </a:ext>
            </a:extLst>
          </p:cNvPr>
          <p:cNvSpPr txBox="1"/>
          <p:nvPr/>
        </p:nvSpPr>
        <p:spPr>
          <a:xfrm>
            <a:off x="2218226" y="453930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B7915-D24F-6624-BA75-9546B1F5B644}"/>
              </a:ext>
            </a:extLst>
          </p:cNvPr>
          <p:cNvSpPr txBox="1"/>
          <p:nvPr/>
        </p:nvSpPr>
        <p:spPr>
          <a:xfrm>
            <a:off x="6057235" y="453161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DC53A0-2B68-6198-6713-4589FC261EBF}"/>
              </a:ext>
            </a:extLst>
          </p:cNvPr>
          <p:cNvSpPr txBox="1"/>
          <p:nvPr/>
        </p:nvSpPr>
        <p:spPr>
          <a:xfrm>
            <a:off x="5345156" y="7019015"/>
            <a:ext cx="1407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Organisms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7BEB7E-C643-9B57-2472-FEBCCE6A3D14}"/>
              </a:ext>
            </a:extLst>
          </p:cNvPr>
          <p:cNvSpPr txBox="1"/>
          <p:nvPr/>
        </p:nvSpPr>
        <p:spPr>
          <a:xfrm>
            <a:off x="5353443" y="7763723"/>
            <a:ext cx="1407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GPR presence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497EEB-C619-1157-6FA6-2BAE885CEC81}"/>
              </a:ext>
            </a:extLst>
          </p:cNvPr>
          <p:cNvSpPr txBox="1"/>
          <p:nvPr/>
        </p:nvSpPr>
        <p:spPr>
          <a:xfrm>
            <a:off x="4866265" y="8033639"/>
            <a:ext cx="1395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50" dirty="0">
                <a:latin typeface="Arial" panose="020B0604020202020204" pitchFamily="34" charset="0"/>
                <a:cs typeface="Arial" panose="020B0604020202020204" pitchFamily="34" charset="0"/>
              </a:rPr>
              <a:t>With GPR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13B01B-B353-FC9B-C372-61F2341CE2AD}"/>
              </a:ext>
            </a:extLst>
          </p:cNvPr>
          <p:cNvSpPr txBox="1"/>
          <p:nvPr/>
        </p:nvSpPr>
        <p:spPr>
          <a:xfrm>
            <a:off x="6411775" y="8032213"/>
            <a:ext cx="11869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50" dirty="0">
                <a:latin typeface="Arial" panose="020B0604020202020204" pitchFamily="34" charset="0"/>
                <a:cs typeface="Arial" panose="020B0604020202020204" pitchFamily="34" charset="0"/>
              </a:rPr>
              <a:t>Without GPR</a:t>
            </a:r>
          </a:p>
        </p:txBody>
      </p:sp>
    </p:spTree>
    <p:extLst>
      <p:ext uri="{BB962C8B-B14F-4D97-AF65-F5344CB8AC3E}">
        <p14:creationId xmlns:p14="http://schemas.microsoft.com/office/powerpoint/2010/main" val="1956744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319DA2-37FE-8442-B5FF-89F87EB8B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3" t="14125" r="11767" b="66819"/>
          <a:stretch/>
        </p:blipFill>
        <p:spPr>
          <a:xfrm>
            <a:off x="5576689" y="2141333"/>
            <a:ext cx="5550160" cy="1475374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F000A317-65AD-ED4F-B324-9A1D2897B773}"/>
              </a:ext>
            </a:extLst>
          </p:cNvPr>
          <p:cNvSpPr/>
          <p:nvPr/>
        </p:nvSpPr>
        <p:spPr>
          <a:xfrm>
            <a:off x="5642518" y="3459908"/>
            <a:ext cx="4850379" cy="160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/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56C9CB-C082-57EE-6225-5F369CD25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2" t="13894" r="20171" b="66994"/>
          <a:stretch/>
        </p:blipFill>
        <p:spPr>
          <a:xfrm>
            <a:off x="262500" y="2132242"/>
            <a:ext cx="4923018" cy="147959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2B9E79-FB96-89DA-87AB-851B93A3C7C7}"/>
              </a:ext>
            </a:extLst>
          </p:cNvPr>
          <p:cNvSpPr/>
          <p:nvPr/>
        </p:nvSpPr>
        <p:spPr>
          <a:xfrm>
            <a:off x="335140" y="3465976"/>
            <a:ext cx="4850379" cy="150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CC878-B8D9-4334-ED44-7FE29E72CACE}"/>
              </a:ext>
            </a:extLst>
          </p:cNvPr>
          <p:cNvSpPr txBox="1"/>
          <p:nvPr/>
        </p:nvSpPr>
        <p:spPr>
          <a:xfrm>
            <a:off x="7513316" y="1828624"/>
            <a:ext cx="1082348" cy="335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80" dirty="0">
                <a:latin typeface="Arial" panose="020B0604020202020204" pitchFamily="34" charset="0"/>
                <a:cs typeface="Arial" panose="020B0604020202020204" pitchFamily="34" charset="0"/>
              </a:rPr>
              <a:t>Reactions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20B783-76DF-8D97-8096-7CA1FA28F4F8}"/>
              </a:ext>
            </a:extLst>
          </p:cNvPr>
          <p:cNvSpPr txBox="1"/>
          <p:nvPr/>
        </p:nvSpPr>
        <p:spPr>
          <a:xfrm>
            <a:off x="2280242" y="1872610"/>
            <a:ext cx="1217000" cy="335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80" dirty="0">
                <a:latin typeface="Arial" panose="020B0604020202020204" pitchFamily="34" charset="0"/>
                <a:cs typeface="Arial" panose="020B0604020202020204" pitchFamily="34" charset="0"/>
              </a:rPr>
              <a:t>Metabolites</a:t>
            </a:r>
          </a:p>
        </p:txBody>
      </p:sp>
      <p:pic>
        <p:nvPicPr>
          <p:cNvPr id="11" name="Picture 10" descr="A screen shot of a graph&#10;&#10;AI-generated content may be incorrect.">
            <a:extLst>
              <a:ext uri="{FF2B5EF4-FFF2-40B4-BE49-F238E27FC236}">
                <a16:creationId xmlns:a16="http://schemas.microsoft.com/office/drawing/2014/main" id="{270E7EA1-9172-C73A-3A65-4C82736E6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1" r="30097"/>
          <a:stretch/>
        </p:blipFill>
        <p:spPr>
          <a:xfrm>
            <a:off x="5806076" y="4050173"/>
            <a:ext cx="4520294" cy="4858109"/>
          </a:xfrm>
          <a:prstGeom prst="rect">
            <a:avLst/>
          </a:prstGeom>
        </p:spPr>
      </p:pic>
      <p:pic>
        <p:nvPicPr>
          <p:cNvPr id="13" name="Picture 12" descr="A screen shot of a graph&#10;&#10;AI-generated content may be incorrect.">
            <a:extLst>
              <a:ext uri="{FF2B5EF4-FFF2-40B4-BE49-F238E27FC236}">
                <a16:creationId xmlns:a16="http://schemas.microsoft.com/office/drawing/2014/main" id="{C4DACE71-D009-8D8A-A5EA-1CFF216ADC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08" t="7324" r="2911" b="52627"/>
          <a:stretch/>
        </p:blipFill>
        <p:spPr>
          <a:xfrm>
            <a:off x="10594061" y="4638528"/>
            <a:ext cx="1476076" cy="2151487"/>
          </a:xfrm>
          <a:prstGeom prst="rect">
            <a:avLst/>
          </a:prstGeom>
        </p:spPr>
      </p:pic>
      <p:pic>
        <p:nvPicPr>
          <p:cNvPr id="16" name="Picture 15" descr="A screen shot of a chart&#10;&#10;AI-generated content may be incorrect.">
            <a:extLst>
              <a:ext uri="{FF2B5EF4-FFF2-40B4-BE49-F238E27FC236}">
                <a16:creationId xmlns:a16="http://schemas.microsoft.com/office/drawing/2014/main" id="{BC8608C8-3631-317C-89B6-10C67A204F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5" r="29848"/>
          <a:stretch/>
        </p:blipFill>
        <p:spPr>
          <a:xfrm>
            <a:off x="406224" y="4050174"/>
            <a:ext cx="4520294" cy="4870050"/>
          </a:xfrm>
          <a:prstGeom prst="rect">
            <a:avLst/>
          </a:prstGeom>
        </p:spPr>
      </p:pic>
      <p:pic>
        <p:nvPicPr>
          <p:cNvPr id="2" name="Picture 1" descr="A screen shot of a graph&#10;&#10;AI-generated content may be incorrect.">
            <a:extLst>
              <a:ext uri="{FF2B5EF4-FFF2-40B4-BE49-F238E27FC236}">
                <a16:creationId xmlns:a16="http://schemas.microsoft.com/office/drawing/2014/main" id="{0E31F353-F137-028A-D43D-7109AEF06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367993" y="3465976"/>
            <a:ext cx="143371" cy="150808"/>
          </a:xfrm>
          <a:prstGeom prst="rect">
            <a:avLst/>
          </a:prstGeom>
        </p:spPr>
      </p:pic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08EB009F-EC59-8C2D-0390-BA02EEFF1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563189" y="3475069"/>
            <a:ext cx="112905" cy="132619"/>
          </a:xfrm>
          <a:prstGeom prst="rect">
            <a:avLst/>
          </a:prstGeom>
        </p:spPr>
      </p:pic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37D11888-76CD-CEC0-0ABF-2DB25004D8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753017" y="3475068"/>
            <a:ext cx="113456" cy="132619"/>
          </a:xfrm>
          <a:prstGeom prst="rect">
            <a:avLst/>
          </a:prstGeom>
        </p:spPr>
      </p:pic>
      <p:pic>
        <p:nvPicPr>
          <p:cNvPr id="15" name="Picture 14" descr="A screen shot of a graph&#10;&#10;AI-generated content may be incorrect.">
            <a:extLst>
              <a:ext uri="{FF2B5EF4-FFF2-40B4-BE49-F238E27FC236}">
                <a16:creationId xmlns:a16="http://schemas.microsoft.com/office/drawing/2014/main" id="{A8AC2A80-F9A2-7E1C-C8EC-4F3878A5C9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925064" y="3475068"/>
            <a:ext cx="113456" cy="132619"/>
          </a:xfrm>
          <a:prstGeom prst="rect">
            <a:avLst/>
          </a:prstGeom>
        </p:spPr>
      </p:pic>
      <p:pic>
        <p:nvPicPr>
          <p:cNvPr id="18" name="Picture 17" descr="A screen shot of a graph&#10;&#10;AI-generated content may be incorrect.">
            <a:extLst>
              <a:ext uri="{FF2B5EF4-FFF2-40B4-BE49-F238E27FC236}">
                <a16:creationId xmlns:a16="http://schemas.microsoft.com/office/drawing/2014/main" id="{8B19570D-AD3B-0082-C5A0-8BC460817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1099190" y="3469560"/>
            <a:ext cx="143371" cy="150808"/>
          </a:xfrm>
          <a:prstGeom prst="rect">
            <a:avLst/>
          </a:prstGeom>
        </p:spPr>
      </p:pic>
      <p:pic>
        <p:nvPicPr>
          <p:cNvPr id="19" name="Picture 18" descr="A screen shot of a graph&#10;&#10;AI-generated content may be incorrect.">
            <a:extLst>
              <a:ext uri="{FF2B5EF4-FFF2-40B4-BE49-F238E27FC236}">
                <a16:creationId xmlns:a16="http://schemas.microsoft.com/office/drawing/2014/main" id="{9BD47BBE-7426-8EDF-0994-6582969546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1287218" y="3475069"/>
            <a:ext cx="112905" cy="132619"/>
          </a:xfrm>
          <a:prstGeom prst="rect">
            <a:avLst/>
          </a:prstGeom>
        </p:spPr>
      </p:pic>
      <p:pic>
        <p:nvPicPr>
          <p:cNvPr id="20" name="Picture 19" descr="A screen shot of a graph&#10;&#10;AI-generated content may be incorrect.">
            <a:extLst>
              <a:ext uri="{FF2B5EF4-FFF2-40B4-BE49-F238E27FC236}">
                <a16:creationId xmlns:a16="http://schemas.microsoft.com/office/drawing/2014/main" id="{5E51789E-2B39-7783-E65C-B19BF6FD2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1466293" y="3475068"/>
            <a:ext cx="113456" cy="132619"/>
          </a:xfrm>
          <a:prstGeom prst="rect">
            <a:avLst/>
          </a:prstGeom>
        </p:spPr>
      </p:pic>
      <p:pic>
        <p:nvPicPr>
          <p:cNvPr id="21" name="Picture 20" descr="A screen shot of a graph&#10;&#10;AI-generated content may be incorrect.">
            <a:extLst>
              <a:ext uri="{FF2B5EF4-FFF2-40B4-BE49-F238E27FC236}">
                <a16:creationId xmlns:a16="http://schemas.microsoft.com/office/drawing/2014/main" id="{94377700-016D-4205-04F7-41277D27CE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1641924" y="3475068"/>
            <a:ext cx="113456" cy="132619"/>
          </a:xfrm>
          <a:prstGeom prst="rect">
            <a:avLst/>
          </a:prstGeom>
        </p:spPr>
      </p:pic>
      <p:pic>
        <p:nvPicPr>
          <p:cNvPr id="22" name="Picture 21" descr="A screen shot of a graph&#10;&#10;AI-generated content may be incorrect.">
            <a:extLst>
              <a:ext uri="{FF2B5EF4-FFF2-40B4-BE49-F238E27FC236}">
                <a16:creationId xmlns:a16="http://schemas.microsoft.com/office/drawing/2014/main" id="{2389A068-1997-9F04-8CAD-43BE249BE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1828448" y="3475069"/>
            <a:ext cx="112905" cy="132619"/>
          </a:xfrm>
          <a:prstGeom prst="rect">
            <a:avLst/>
          </a:prstGeom>
        </p:spPr>
      </p:pic>
      <p:pic>
        <p:nvPicPr>
          <p:cNvPr id="23" name="Picture 22" descr="A screen shot of a graph&#10;&#10;AI-generated content may be incorrect.">
            <a:extLst>
              <a:ext uri="{FF2B5EF4-FFF2-40B4-BE49-F238E27FC236}">
                <a16:creationId xmlns:a16="http://schemas.microsoft.com/office/drawing/2014/main" id="{84DE5FAC-AB42-3134-4531-96ADA04F3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1988097" y="3469560"/>
            <a:ext cx="143371" cy="150808"/>
          </a:xfrm>
          <a:prstGeom prst="rect">
            <a:avLst/>
          </a:prstGeom>
        </p:spPr>
      </p:pic>
      <p:pic>
        <p:nvPicPr>
          <p:cNvPr id="24" name="Picture 23" descr="A screen shot of a graph&#10;&#10;AI-generated content may be incorrect.">
            <a:extLst>
              <a:ext uri="{FF2B5EF4-FFF2-40B4-BE49-F238E27FC236}">
                <a16:creationId xmlns:a16="http://schemas.microsoft.com/office/drawing/2014/main" id="{11185F64-570D-BF55-F5D7-E5EE76191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2183293" y="3475069"/>
            <a:ext cx="112905" cy="132619"/>
          </a:xfrm>
          <a:prstGeom prst="rect">
            <a:avLst/>
          </a:prstGeom>
        </p:spPr>
      </p:pic>
      <p:pic>
        <p:nvPicPr>
          <p:cNvPr id="25" name="Picture 24" descr="A screen shot of a graph&#10;&#10;AI-generated content may be incorrect.">
            <a:extLst>
              <a:ext uri="{FF2B5EF4-FFF2-40B4-BE49-F238E27FC236}">
                <a16:creationId xmlns:a16="http://schemas.microsoft.com/office/drawing/2014/main" id="{28851CF1-8F46-0E9D-A5B9-1A4709690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2350111" y="3469560"/>
            <a:ext cx="143371" cy="150808"/>
          </a:xfrm>
          <a:prstGeom prst="rect">
            <a:avLst/>
          </a:prstGeom>
        </p:spPr>
      </p:pic>
      <p:pic>
        <p:nvPicPr>
          <p:cNvPr id="26" name="Picture 25" descr="A screen shot of a graph&#10;&#10;AI-generated content may be incorrect.">
            <a:extLst>
              <a:ext uri="{FF2B5EF4-FFF2-40B4-BE49-F238E27FC236}">
                <a16:creationId xmlns:a16="http://schemas.microsoft.com/office/drawing/2014/main" id="{C55EBB51-D87D-3B24-7D85-C7D34091A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2538139" y="3475069"/>
            <a:ext cx="112905" cy="132619"/>
          </a:xfrm>
          <a:prstGeom prst="rect">
            <a:avLst/>
          </a:prstGeom>
        </p:spPr>
      </p:pic>
      <p:pic>
        <p:nvPicPr>
          <p:cNvPr id="27" name="Picture 26" descr="A screen shot of a graph&#10;&#10;AI-generated content may be incorrect.">
            <a:extLst>
              <a:ext uri="{FF2B5EF4-FFF2-40B4-BE49-F238E27FC236}">
                <a16:creationId xmlns:a16="http://schemas.microsoft.com/office/drawing/2014/main" id="{F92534F4-B23C-748C-FFA3-F225598C0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2720799" y="3475068"/>
            <a:ext cx="113456" cy="132619"/>
          </a:xfrm>
          <a:prstGeom prst="rect">
            <a:avLst/>
          </a:prstGeom>
        </p:spPr>
      </p:pic>
      <p:pic>
        <p:nvPicPr>
          <p:cNvPr id="28" name="Picture 27" descr="A screen shot of a graph&#10;&#10;AI-generated content may be incorrect.">
            <a:extLst>
              <a:ext uri="{FF2B5EF4-FFF2-40B4-BE49-F238E27FC236}">
                <a16:creationId xmlns:a16="http://schemas.microsoft.com/office/drawing/2014/main" id="{357BA1D4-8AC3-5228-B734-C14C629A9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2880588" y="3469560"/>
            <a:ext cx="143371" cy="150808"/>
          </a:xfrm>
          <a:prstGeom prst="rect">
            <a:avLst/>
          </a:prstGeom>
        </p:spPr>
      </p:pic>
      <p:pic>
        <p:nvPicPr>
          <p:cNvPr id="29" name="Picture 28" descr="A screen shot of a graph&#10;&#10;AI-generated content may be incorrect.">
            <a:extLst>
              <a:ext uri="{FF2B5EF4-FFF2-40B4-BE49-F238E27FC236}">
                <a16:creationId xmlns:a16="http://schemas.microsoft.com/office/drawing/2014/main" id="{BBC5E855-F545-4EFD-96F1-BD416D371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3079229" y="3475068"/>
            <a:ext cx="113456" cy="132619"/>
          </a:xfrm>
          <a:prstGeom prst="rect">
            <a:avLst/>
          </a:prstGeom>
        </p:spPr>
      </p:pic>
      <p:pic>
        <p:nvPicPr>
          <p:cNvPr id="30" name="Picture 29" descr="A screen shot of a graph&#10;&#10;AI-generated content may be incorrect.">
            <a:extLst>
              <a:ext uri="{FF2B5EF4-FFF2-40B4-BE49-F238E27FC236}">
                <a16:creationId xmlns:a16="http://schemas.microsoft.com/office/drawing/2014/main" id="{8A47A848-411B-B4E4-0A1B-450B4F46F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3242602" y="3469560"/>
            <a:ext cx="143371" cy="150808"/>
          </a:xfrm>
          <a:prstGeom prst="rect">
            <a:avLst/>
          </a:prstGeom>
        </p:spPr>
      </p:pic>
      <p:pic>
        <p:nvPicPr>
          <p:cNvPr id="31" name="Picture 30" descr="A screen shot of a graph&#10;&#10;AI-generated content may be incorrect.">
            <a:extLst>
              <a:ext uri="{FF2B5EF4-FFF2-40B4-BE49-F238E27FC236}">
                <a16:creationId xmlns:a16="http://schemas.microsoft.com/office/drawing/2014/main" id="{5FCD7A1C-CFD4-7A05-3ACA-BFBC05CD11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3441383" y="3478654"/>
            <a:ext cx="112905" cy="132619"/>
          </a:xfrm>
          <a:prstGeom prst="rect">
            <a:avLst/>
          </a:prstGeom>
        </p:spPr>
      </p:pic>
      <p:pic>
        <p:nvPicPr>
          <p:cNvPr id="32" name="Picture 31" descr="A screen shot of a graph&#10;&#10;AI-generated content may be incorrect.">
            <a:extLst>
              <a:ext uri="{FF2B5EF4-FFF2-40B4-BE49-F238E27FC236}">
                <a16:creationId xmlns:a16="http://schemas.microsoft.com/office/drawing/2014/main" id="{3D3029C8-7564-0E94-AC4A-9A72C4DCE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3624042" y="3475068"/>
            <a:ext cx="113456" cy="132619"/>
          </a:xfrm>
          <a:prstGeom prst="rect">
            <a:avLst/>
          </a:prstGeom>
        </p:spPr>
      </p:pic>
      <p:pic>
        <p:nvPicPr>
          <p:cNvPr id="33" name="Picture 32" descr="A screen shot of a graph&#10;&#10;AI-generated content may be incorrect.">
            <a:extLst>
              <a:ext uri="{FF2B5EF4-FFF2-40B4-BE49-F238E27FC236}">
                <a16:creationId xmlns:a16="http://schemas.microsoft.com/office/drawing/2014/main" id="{49E48E22-FCBA-F4AF-DFCC-348FD4CE9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3783832" y="3469560"/>
            <a:ext cx="143371" cy="150808"/>
          </a:xfrm>
          <a:prstGeom prst="rect">
            <a:avLst/>
          </a:prstGeom>
        </p:spPr>
      </p:pic>
      <p:pic>
        <p:nvPicPr>
          <p:cNvPr id="34" name="Picture 33" descr="A screen shot of a graph&#10;&#10;AI-generated content may be incorrect.">
            <a:extLst>
              <a:ext uri="{FF2B5EF4-FFF2-40B4-BE49-F238E27FC236}">
                <a16:creationId xmlns:a16="http://schemas.microsoft.com/office/drawing/2014/main" id="{6C0030CA-25A5-2DDD-6270-B9001F685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3975444" y="3475069"/>
            <a:ext cx="112905" cy="132619"/>
          </a:xfrm>
          <a:prstGeom prst="rect">
            <a:avLst/>
          </a:prstGeom>
        </p:spPr>
      </p:pic>
      <p:pic>
        <p:nvPicPr>
          <p:cNvPr id="35" name="Picture 34" descr="A screen shot of a graph&#10;&#10;AI-generated content may be incorrect.">
            <a:extLst>
              <a:ext uri="{FF2B5EF4-FFF2-40B4-BE49-F238E27FC236}">
                <a16:creationId xmlns:a16="http://schemas.microsoft.com/office/drawing/2014/main" id="{8B3964C3-654F-D90D-5BB1-640FE9857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4161688" y="3475068"/>
            <a:ext cx="113456" cy="132619"/>
          </a:xfrm>
          <a:prstGeom prst="rect">
            <a:avLst/>
          </a:prstGeom>
        </p:spPr>
      </p:pic>
      <p:pic>
        <p:nvPicPr>
          <p:cNvPr id="36" name="Picture 35" descr="A screen shot of a graph&#10;&#10;AI-generated content may be incorrect.">
            <a:extLst>
              <a:ext uri="{FF2B5EF4-FFF2-40B4-BE49-F238E27FC236}">
                <a16:creationId xmlns:a16="http://schemas.microsoft.com/office/drawing/2014/main" id="{F9308FC6-F9DC-0FA0-1A49-29B370B88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4325061" y="3469560"/>
            <a:ext cx="143371" cy="150808"/>
          </a:xfrm>
          <a:prstGeom prst="rect">
            <a:avLst/>
          </a:prstGeom>
        </p:spPr>
      </p:pic>
      <p:pic>
        <p:nvPicPr>
          <p:cNvPr id="37" name="Picture 36" descr="A screen shot of a graph&#10;&#10;AI-generated content may be incorrect.">
            <a:extLst>
              <a:ext uri="{FF2B5EF4-FFF2-40B4-BE49-F238E27FC236}">
                <a16:creationId xmlns:a16="http://schemas.microsoft.com/office/drawing/2014/main" id="{A63033D5-7F97-6A78-9F63-D4366A3581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4513089" y="3471485"/>
            <a:ext cx="112905" cy="132619"/>
          </a:xfrm>
          <a:prstGeom prst="rect">
            <a:avLst/>
          </a:prstGeom>
        </p:spPr>
      </p:pic>
      <p:pic>
        <p:nvPicPr>
          <p:cNvPr id="38" name="Picture 37" descr="A screen shot of a graph&#10;&#10;AI-generated content may be incorrect.">
            <a:extLst>
              <a:ext uri="{FF2B5EF4-FFF2-40B4-BE49-F238E27FC236}">
                <a16:creationId xmlns:a16="http://schemas.microsoft.com/office/drawing/2014/main" id="{F0E37733-7531-C07F-849B-4697E1CC3F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4695748" y="3475068"/>
            <a:ext cx="113456" cy="132619"/>
          </a:xfrm>
          <a:prstGeom prst="rect">
            <a:avLst/>
          </a:prstGeom>
        </p:spPr>
      </p:pic>
      <p:pic>
        <p:nvPicPr>
          <p:cNvPr id="39" name="Picture 38" descr="A screen shot of a graph&#10;&#10;AI-generated content may be incorrect.">
            <a:extLst>
              <a:ext uri="{FF2B5EF4-FFF2-40B4-BE49-F238E27FC236}">
                <a16:creationId xmlns:a16="http://schemas.microsoft.com/office/drawing/2014/main" id="{69DD487A-6ABB-0395-E892-B1D647A919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4862706" y="3469560"/>
            <a:ext cx="143371" cy="150808"/>
          </a:xfrm>
          <a:prstGeom prst="rect">
            <a:avLst/>
          </a:prstGeom>
        </p:spPr>
      </p:pic>
      <p:pic>
        <p:nvPicPr>
          <p:cNvPr id="40" name="Picture 39" descr="A screen shot of a graph&#10;&#10;AI-generated content may be incorrect.">
            <a:extLst>
              <a:ext uri="{FF2B5EF4-FFF2-40B4-BE49-F238E27FC236}">
                <a16:creationId xmlns:a16="http://schemas.microsoft.com/office/drawing/2014/main" id="{01C6488E-2991-A977-641F-74605A138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5047150" y="3475069"/>
            <a:ext cx="112905" cy="132619"/>
          </a:xfrm>
          <a:prstGeom prst="rect">
            <a:avLst/>
          </a:prstGeom>
        </p:spPr>
      </p:pic>
      <p:pic>
        <p:nvPicPr>
          <p:cNvPr id="42" name="Picture 41" descr="A screen shot of a graph&#10;&#10;AI-generated content may be incorrect.">
            <a:extLst>
              <a:ext uri="{FF2B5EF4-FFF2-40B4-BE49-F238E27FC236}">
                <a16:creationId xmlns:a16="http://schemas.microsoft.com/office/drawing/2014/main" id="{426939EE-512F-6C21-AD30-B061FF93D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5683373" y="3469693"/>
            <a:ext cx="112905" cy="132619"/>
          </a:xfrm>
          <a:prstGeom prst="rect">
            <a:avLst/>
          </a:prstGeom>
        </p:spPr>
      </p:pic>
      <p:pic>
        <p:nvPicPr>
          <p:cNvPr id="43" name="Picture 42" descr="A screen shot of a graph&#10;&#10;AI-generated content may be incorrect.">
            <a:extLst>
              <a:ext uri="{FF2B5EF4-FFF2-40B4-BE49-F238E27FC236}">
                <a16:creationId xmlns:a16="http://schemas.microsoft.com/office/drawing/2014/main" id="{1A423DCB-9C64-4A1E-4E32-E80145CC5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5846616" y="3460591"/>
            <a:ext cx="143371" cy="150808"/>
          </a:xfrm>
          <a:prstGeom prst="rect">
            <a:avLst/>
          </a:prstGeom>
        </p:spPr>
      </p:pic>
      <p:pic>
        <p:nvPicPr>
          <p:cNvPr id="44" name="Picture 43" descr="A screen shot of a graph&#10;&#10;AI-generated content may be incorrect.">
            <a:extLst>
              <a:ext uri="{FF2B5EF4-FFF2-40B4-BE49-F238E27FC236}">
                <a16:creationId xmlns:a16="http://schemas.microsoft.com/office/drawing/2014/main" id="{2A706F22-412F-343A-5AB6-EC79127CE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6047188" y="3469683"/>
            <a:ext cx="112905" cy="132619"/>
          </a:xfrm>
          <a:prstGeom prst="rect">
            <a:avLst/>
          </a:prstGeom>
        </p:spPr>
      </p:pic>
      <p:pic>
        <p:nvPicPr>
          <p:cNvPr id="45" name="Picture 44" descr="A screen shot of a graph&#10;&#10;AI-generated content may be incorrect.">
            <a:extLst>
              <a:ext uri="{FF2B5EF4-FFF2-40B4-BE49-F238E27FC236}">
                <a16:creationId xmlns:a16="http://schemas.microsoft.com/office/drawing/2014/main" id="{ED707428-9195-D2CF-513D-DA6CA38351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6226403" y="3469688"/>
            <a:ext cx="112905" cy="132619"/>
          </a:xfrm>
          <a:prstGeom prst="rect">
            <a:avLst/>
          </a:prstGeom>
        </p:spPr>
      </p:pic>
      <p:pic>
        <p:nvPicPr>
          <p:cNvPr id="46" name="Picture 45" descr="A screen shot of a graph&#10;&#10;AI-generated content may be incorrect.">
            <a:extLst>
              <a:ext uri="{FF2B5EF4-FFF2-40B4-BE49-F238E27FC236}">
                <a16:creationId xmlns:a16="http://schemas.microsoft.com/office/drawing/2014/main" id="{65D543E3-DEE1-19EA-6ACC-29050A9F1F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6405472" y="3469682"/>
            <a:ext cx="113456" cy="132619"/>
          </a:xfrm>
          <a:prstGeom prst="rect">
            <a:avLst/>
          </a:prstGeom>
        </p:spPr>
      </p:pic>
      <p:pic>
        <p:nvPicPr>
          <p:cNvPr id="47" name="Picture 46" descr="A screen shot of a graph&#10;&#10;AI-generated content may be incorrect.">
            <a:extLst>
              <a:ext uri="{FF2B5EF4-FFF2-40B4-BE49-F238E27FC236}">
                <a16:creationId xmlns:a16="http://schemas.microsoft.com/office/drawing/2014/main" id="{4B884F7C-6000-BD8A-5D84-C7E92137D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6581104" y="3469673"/>
            <a:ext cx="113456" cy="132619"/>
          </a:xfrm>
          <a:prstGeom prst="rect">
            <a:avLst/>
          </a:prstGeom>
        </p:spPr>
      </p:pic>
      <p:pic>
        <p:nvPicPr>
          <p:cNvPr id="48" name="Picture 47" descr="A screen shot of a graph&#10;&#10;AI-generated content may be incorrect.">
            <a:extLst>
              <a:ext uri="{FF2B5EF4-FFF2-40B4-BE49-F238E27FC236}">
                <a16:creationId xmlns:a16="http://schemas.microsoft.com/office/drawing/2014/main" id="{DD0BD0FE-16BA-638F-1F86-9575C15809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6746284" y="3462372"/>
            <a:ext cx="143371" cy="150808"/>
          </a:xfrm>
          <a:prstGeom prst="rect">
            <a:avLst/>
          </a:prstGeom>
        </p:spPr>
      </p:pic>
      <p:pic>
        <p:nvPicPr>
          <p:cNvPr id="49" name="Picture 48" descr="A screen shot of a graph&#10;&#10;AI-generated content may be incorrect.">
            <a:extLst>
              <a:ext uri="{FF2B5EF4-FFF2-40B4-BE49-F238E27FC236}">
                <a16:creationId xmlns:a16="http://schemas.microsoft.com/office/drawing/2014/main" id="{0EAD8B45-7268-71B5-51DD-18E2D3813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6941486" y="3469676"/>
            <a:ext cx="112905" cy="132619"/>
          </a:xfrm>
          <a:prstGeom prst="rect">
            <a:avLst/>
          </a:prstGeom>
        </p:spPr>
      </p:pic>
      <p:pic>
        <p:nvPicPr>
          <p:cNvPr id="50" name="Picture 49" descr="A screen shot of a graph&#10;&#10;AI-generated content may be incorrect.">
            <a:extLst>
              <a:ext uri="{FF2B5EF4-FFF2-40B4-BE49-F238E27FC236}">
                <a16:creationId xmlns:a16="http://schemas.microsoft.com/office/drawing/2014/main" id="{C18701EA-DFAC-4F2B-8A62-55DABEBB77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7104722" y="3462363"/>
            <a:ext cx="143371" cy="150808"/>
          </a:xfrm>
          <a:prstGeom prst="rect">
            <a:avLst/>
          </a:prstGeom>
        </p:spPr>
      </p:pic>
      <p:pic>
        <p:nvPicPr>
          <p:cNvPr id="51" name="Picture 50" descr="A screen shot of a graph&#10;&#10;AI-generated content may be incorrect.">
            <a:extLst>
              <a:ext uri="{FF2B5EF4-FFF2-40B4-BE49-F238E27FC236}">
                <a16:creationId xmlns:a16="http://schemas.microsoft.com/office/drawing/2014/main" id="{59345D14-2DB7-2166-3665-473321C97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7301560" y="3471467"/>
            <a:ext cx="113456" cy="132619"/>
          </a:xfrm>
          <a:prstGeom prst="rect">
            <a:avLst/>
          </a:prstGeom>
        </p:spPr>
      </p:pic>
      <p:pic>
        <p:nvPicPr>
          <p:cNvPr id="52" name="Picture 51" descr="A screen shot of a graph&#10;&#10;AI-generated content may be incorrect.">
            <a:extLst>
              <a:ext uri="{FF2B5EF4-FFF2-40B4-BE49-F238E27FC236}">
                <a16:creationId xmlns:a16="http://schemas.microsoft.com/office/drawing/2014/main" id="{3AD955B1-E3E8-17A6-0648-A2A5B8652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7477192" y="3471458"/>
            <a:ext cx="113456" cy="132619"/>
          </a:xfrm>
          <a:prstGeom prst="rect">
            <a:avLst/>
          </a:prstGeom>
        </p:spPr>
      </p:pic>
      <p:pic>
        <p:nvPicPr>
          <p:cNvPr id="53" name="Picture 52" descr="A screen shot of a graph&#10;&#10;AI-generated content may be incorrect.">
            <a:extLst>
              <a:ext uri="{FF2B5EF4-FFF2-40B4-BE49-F238E27FC236}">
                <a16:creationId xmlns:a16="http://schemas.microsoft.com/office/drawing/2014/main" id="{1712BFCB-F128-9DD0-877F-E15B85B928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7640576" y="3460571"/>
            <a:ext cx="143371" cy="150808"/>
          </a:xfrm>
          <a:prstGeom prst="rect">
            <a:avLst/>
          </a:prstGeom>
        </p:spPr>
      </p:pic>
      <p:pic>
        <p:nvPicPr>
          <p:cNvPr id="54" name="Picture 53" descr="A screen shot of a graph&#10;&#10;AI-generated content may be incorrect.">
            <a:extLst>
              <a:ext uri="{FF2B5EF4-FFF2-40B4-BE49-F238E27FC236}">
                <a16:creationId xmlns:a16="http://schemas.microsoft.com/office/drawing/2014/main" id="{B69851C5-C149-8F3D-DA59-42109541E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7841010" y="3471447"/>
            <a:ext cx="113456" cy="132619"/>
          </a:xfrm>
          <a:prstGeom prst="rect">
            <a:avLst/>
          </a:prstGeom>
        </p:spPr>
      </p:pic>
      <p:pic>
        <p:nvPicPr>
          <p:cNvPr id="55" name="Picture 54" descr="A screen shot of a graph&#10;&#10;AI-generated content may be incorrect.">
            <a:extLst>
              <a:ext uri="{FF2B5EF4-FFF2-40B4-BE49-F238E27FC236}">
                <a16:creationId xmlns:a16="http://schemas.microsoft.com/office/drawing/2014/main" id="{C32F47E2-AAB4-CCC0-398D-2F8C2BEA58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8004394" y="3460559"/>
            <a:ext cx="143371" cy="150808"/>
          </a:xfrm>
          <a:prstGeom prst="rect">
            <a:avLst/>
          </a:prstGeom>
        </p:spPr>
      </p:pic>
      <p:pic>
        <p:nvPicPr>
          <p:cNvPr id="56" name="Picture 55" descr="A screen shot of a graph&#10;&#10;AI-generated content may be incorrect.">
            <a:extLst>
              <a:ext uri="{FF2B5EF4-FFF2-40B4-BE49-F238E27FC236}">
                <a16:creationId xmlns:a16="http://schemas.microsoft.com/office/drawing/2014/main" id="{9D92A564-9927-CCEC-F087-9EBF449A7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8195154" y="3469673"/>
            <a:ext cx="112905" cy="132619"/>
          </a:xfrm>
          <a:prstGeom prst="rect">
            <a:avLst/>
          </a:prstGeom>
        </p:spPr>
      </p:pic>
      <p:pic>
        <p:nvPicPr>
          <p:cNvPr id="57" name="Picture 56" descr="A screen shot of a graph&#10;&#10;AI-generated content may be incorrect.">
            <a:extLst>
              <a:ext uri="{FF2B5EF4-FFF2-40B4-BE49-F238E27FC236}">
                <a16:creationId xmlns:a16="http://schemas.microsoft.com/office/drawing/2014/main" id="{4A024145-DA7E-9FDC-0CB0-C641B48017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8374223" y="3469667"/>
            <a:ext cx="113456" cy="132619"/>
          </a:xfrm>
          <a:prstGeom prst="rect">
            <a:avLst/>
          </a:prstGeom>
        </p:spPr>
      </p:pic>
      <p:pic>
        <p:nvPicPr>
          <p:cNvPr id="58" name="Picture 57" descr="A screen shot of a graph&#10;&#10;AI-generated content may be incorrect.">
            <a:extLst>
              <a:ext uri="{FF2B5EF4-FFF2-40B4-BE49-F238E27FC236}">
                <a16:creationId xmlns:a16="http://schemas.microsoft.com/office/drawing/2014/main" id="{1293B6EF-2597-6FF4-9F93-0CB983E582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8553409" y="3468978"/>
            <a:ext cx="112905" cy="132619"/>
          </a:xfrm>
          <a:prstGeom prst="rect">
            <a:avLst/>
          </a:prstGeom>
        </p:spPr>
      </p:pic>
      <p:pic>
        <p:nvPicPr>
          <p:cNvPr id="59" name="Picture 58" descr="A screen shot of a graph&#10;&#10;AI-generated content may be incorrect.">
            <a:extLst>
              <a:ext uri="{FF2B5EF4-FFF2-40B4-BE49-F238E27FC236}">
                <a16:creationId xmlns:a16="http://schemas.microsoft.com/office/drawing/2014/main" id="{0B0E2BA3-6D11-F980-DFC0-EA0BC5E50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8716645" y="3461665"/>
            <a:ext cx="143371" cy="150808"/>
          </a:xfrm>
          <a:prstGeom prst="rect">
            <a:avLst/>
          </a:prstGeom>
        </p:spPr>
      </p:pic>
      <p:pic>
        <p:nvPicPr>
          <p:cNvPr id="60" name="Picture 59" descr="A screen shot of a graph&#10;&#10;AI-generated content may be incorrect.">
            <a:extLst>
              <a:ext uri="{FF2B5EF4-FFF2-40B4-BE49-F238E27FC236}">
                <a16:creationId xmlns:a16="http://schemas.microsoft.com/office/drawing/2014/main" id="{DB5A28EF-F6CD-D002-630A-059F3524AA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8913483" y="3470768"/>
            <a:ext cx="113456" cy="132619"/>
          </a:xfrm>
          <a:prstGeom prst="rect">
            <a:avLst/>
          </a:prstGeom>
        </p:spPr>
      </p:pic>
      <p:pic>
        <p:nvPicPr>
          <p:cNvPr id="61" name="Picture 60" descr="A screen shot of a graph&#10;&#10;AI-generated content may be incorrect.">
            <a:extLst>
              <a:ext uri="{FF2B5EF4-FFF2-40B4-BE49-F238E27FC236}">
                <a16:creationId xmlns:a16="http://schemas.microsoft.com/office/drawing/2014/main" id="{57C44AD8-1104-DAF7-686C-846220181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9093772" y="3468978"/>
            <a:ext cx="112905" cy="132619"/>
          </a:xfrm>
          <a:prstGeom prst="rect">
            <a:avLst/>
          </a:prstGeom>
        </p:spPr>
      </p:pic>
      <p:pic>
        <p:nvPicPr>
          <p:cNvPr id="62" name="Picture 61" descr="A screen shot of a graph&#10;&#10;AI-generated content may be incorrect.">
            <a:extLst>
              <a:ext uri="{FF2B5EF4-FFF2-40B4-BE49-F238E27FC236}">
                <a16:creationId xmlns:a16="http://schemas.microsoft.com/office/drawing/2014/main" id="{C92EBD73-0021-1FBF-4FE9-9F1694242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9257068" y="3461807"/>
            <a:ext cx="143371" cy="150808"/>
          </a:xfrm>
          <a:prstGeom prst="rect">
            <a:avLst/>
          </a:prstGeom>
        </p:spPr>
      </p:pic>
      <p:pic>
        <p:nvPicPr>
          <p:cNvPr id="63" name="Picture 62" descr="A screen shot of a graph&#10;&#10;AI-generated content may be incorrect.">
            <a:extLst>
              <a:ext uri="{FF2B5EF4-FFF2-40B4-BE49-F238E27FC236}">
                <a16:creationId xmlns:a16="http://schemas.microsoft.com/office/drawing/2014/main" id="{BA69BDFF-577E-C7DF-E8EA-BA4017B5B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9434736" y="3460559"/>
            <a:ext cx="143371" cy="150808"/>
          </a:xfrm>
          <a:prstGeom prst="rect">
            <a:avLst/>
          </a:prstGeom>
        </p:spPr>
      </p:pic>
      <p:pic>
        <p:nvPicPr>
          <p:cNvPr id="64" name="Picture 63" descr="A screen shot of a graph&#10;&#10;AI-generated content may be incorrect.">
            <a:extLst>
              <a:ext uri="{FF2B5EF4-FFF2-40B4-BE49-F238E27FC236}">
                <a16:creationId xmlns:a16="http://schemas.microsoft.com/office/drawing/2014/main" id="{66DBF5B1-F489-0E2C-4B14-F1D727CA0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9630554" y="3468978"/>
            <a:ext cx="112905" cy="132619"/>
          </a:xfrm>
          <a:prstGeom prst="rect">
            <a:avLst/>
          </a:prstGeom>
        </p:spPr>
      </p:pic>
      <p:pic>
        <p:nvPicPr>
          <p:cNvPr id="65" name="Picture 64" descr="A screen shot of a graph&#10;&#10;AI-generated content may be incorrect.">
            <a:extLst>
              <a:ext uri="{FF2B5EF4-FFF2-40B4-BE49-F238E27FC236}">
                <a16:creationId xmlns:a16="http://schemas.microsoft.com/office/drawing/2014/main" id="{C0955BCD-8198-8619-CF5C-FAF3D87208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9809624" y="3468972"/>
            <a:ext cx="113456" cy="132619"/>
          </a:xfrm>
          <a:prstGeom prst="rect">
            <a:avLst/>
          </a:prstGeom>
        </p:spPr>
      </p:pic>
      <p:pic>
        <p:nvPicPr>
          <p:cNvPr id="66" name="Picture 65" descr="A screen shot of a graph&#10;&#10;AI-generated content may be incorrect.">
            <a:extLst>
              <a:ext uri="{FF2B5EF4-FFF2-40B4-BE49-F238E27FC236}">
                <a16:creationId xmlns:a16="http://schemas.microsoft.com/office/drawing/2014/main" id="{70D0A9FC-FFF8-E76C-C22E-2400CD8430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2" t="36637" r="19483" b="60556"/>
          <a:stretch/>
        </p:blipFill>
        <p:spPr>
          <a:xfrm>
            <a:off x="9972852" y="3462257"/>
            <a:ext cx="143371" cy="150808"/>
          </a:xfrm>
          <a:prstGeom prst="rect">
            <a:avLst/>
          </a:prstGeom>
        </p:spPr>
      </p:pic>
      <p:pic>
        <p:nvPicPr>
          <p:cNvPr id="67" name="Picture 66" descr="A screen shot of a graph&#10;&#10;AI-generated content may be incorrect.">
            <a:extLst>
              <a:ext uri="{FF2B5EF4-FFF2-40B4-BE49-F238E27FC236}">
                <a16:creationId xmlns:a16="http://schemas.microsoft.com/office/drawing/2014/main" id="{62A2A25C-BB5D-9DB0-17BD-46CF4B5FD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42405" r="19687" b="55126"/>
          <a:stretch/>
        </p:blipFill>
        <p:spPr>
          <a:xfrm>
            <a:off x="10169690" y="3471361"/>
            <a:ext cx="113456" cy="132619"/>
          </a:xfrm>
          <a:prstGeom prst="rect">
            <a:avLst/>
          </a:prstGeom>
        </p:spPr>
      </p:pic>
      <p:pic>
        <p:nvPicPr>
          <p:cNvPr id="68" name="Picture 67" descr="A screen shot of a graph&#10;&#10;AI-generated content may be incorrect.">
            <a:extLst>
              <a:ext uri="{FF2B5EF4-FFF2-40B4-BE49-F238E27FC236}">
                <a16:creationId xmlns:a16="http://schemas.microsoft.com/office/drawing/2014/main" id="{C000F9DC-AB29-9FF0-FBAB-0CEF99725E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3" t="39539" r="19695" b="57993"/>
          <a:stretch/>
        </p:blipFill>
        <p:spPr>
          <a:xfrm>
            <a:off x="10349978" y="3469570"/>
            <a:ext cx="112905" cy="132619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395248A-4867-71CC-CC9B-00B48805C096}"/>
              </a:ext>
            </a:extLst>
          </p:cNvPr>
          <p:cNvSpPr txBox="1"/>
          <p:nvPr/>
        </p:nvSpPr>
        <p:spPr>
          <a:xfrm rot="18517277">
            <a:off x="217468" y="3605374"/>
            <a:ext cx="33695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02CA47-4176-1FCC-7BF8-D12E443C5D18}"/>
              </a:ext>
            </a:extLst>
          </p:cNvPr>
          <p:cNvSpPr txBox="1"/>
          <p:nvPr/>
        </p:nvSpPr>
        <p:spPr>
          <a:xfrm rot="18517277">
            <a:off x="412715" y="3595032"/>
            <a:ext cx="33695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5C2558-6E71-A9CC-9AC2-10DB67E65D32}"/>
              </a:ext>
            </a:extLst>
          </p:cNvPr>
          <p:cNvSpPr txBox="1"/>
          <p:nvPr/>
        </p:nvSpPr>
        <p:spPr>
          <a:xfrm rot="18517277">
            <a:off x="1342575" y="3559497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E3D1DB-E757-7173-8D97-33FB172FC1AC}"/>
              </a:ext>
            </a:extLst>
          </p:cNvPr>
          <p:cNvSpPr txBox="1"/>
          <p:nvPr/>
        </p:nvSpPr>
        <p:spPr>
          <a:xfrm rot="18517277">
            <a:off x="603278" y="3589005"/>
            <a:ext cx="33695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212039-9F28-27A0-6A76-50AC8D10B10F}"/>
              </a:ext>
            </a:extLst>
          </p:cNvPr>
          <p:cNvSpPr txBox="1"/>
          <p:nvPr/>
        </p:nvSpPr>
        <p:spPr>
          <a:xfrm rot="18517277">
            <a:off x="786803" y="3562938"/>
            <a:ext cx="31611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03E2AE-5872-48FD-FC4F-A7B1D0F2A922}"/>
              </a:ext>
            </a:extLst>
          </p:cNvPr>
          <p:cNvSpPr txBox="1"/>
          <p:nvPr/>
        </p:nvSpPr>
        <p:spPr>
          <a:xfrm rot="18517277">
            <a:off x="975099" y="3570041"/>
            <a:ext cx="31611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5BD415-F7CA-64E5-A51A-9CD091B09861}"/>
              </a:ext>
            </a:extLst>
          </p:cNvPr>
          <p:cNvSpPr txBox="1"/>
          <p:nvPr/>
        </p:nvSpPr>
        <p:spPr>
          <a:xfrm rot="18517277">
            <a:off x="1151476" y="3570359"/>
            <a:ext cx="31611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DCABA5-CC7E-8E31-97E6-4824B16175ED}"/>
              </a:ext>
            </a:extLst>
          </p:cNvPr>
          <p:cNvSpPr txBox="1"/>
          <p:nvPr/>
        </p:nvSpPr>
        <p:spPr>
          <a:xfrm rot="18517277">
            <a:off x="1701261" y="3559496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AA9518E-5B8B-5C3F-FF04-234366B0DDB3}"/>
              </a:ext>
            </a:extLst>
          </p:cNvPr>
          <p:cNvSpPr txBox="1"/>
          <p:nvPr/>
        </p:nvSpPr>
        <p:spPr>
          <a:xfrm rot="18517277">
            <a:off x="1496382" y="3559496"/>
            <a:ext cx="34977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B5908A-646F-76C9-9759-5CD8FF5F58BF}"/>
              </a:ext>
            </a:extLst>
          </p:cNvPr>
          <p:cNvSpPr txBox="1"/>
          <p:nvPr/>
        </p:nvSpPr>
        <p:spPr>
          <a:xfrm rot="18517277">
            <a:off x="1880007" y="3565263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5D3ED4-6899-840B-B244-2ED4EFF10D77}"/>
              </a:ext>
            </a:extLst>
          </p:cNvPr>
          <p:cNvSpPr txBox="1"/>
          <p:nvPr/>
        </p:nvSpPr>
        <p:spPr>
          <a:xfrm rot="18517277">
            <a:off x="2041201" y="3559494"/>
            <a:ext cx="34977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2C11EB-2A5A-68B3-CEEA-B64A19E1A3A2}"/>
              </a:ext>
            </a:extLst>
          </p:cNvPr>
          <p:cNvSpPr txBox="1"/>
          <p:nvPr/>
        </p:nvSpPr>
        <p:spPr>
          <a:xfrm rot="18517277">
            <a:off x="2213247" y="3559496"/>
            <a:ext cx="34977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AFC38A-8B10-84A3-C0E6-5D3C13F77362}"/>
              </a:ext>
            </a:extLst>
          </p:cNvPr>
          <p:cNvSpPr txBox="1"/>
          <p:nvPr/>
        </p:nvSpPr>
        <p:spPr>
          <a:xfrm rot="18517277">
            <a:off x="2395714" y="3564273"/>
            <a:ext cx="32893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au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AF0DA0-644B-1BB6-0D10-F7AED31148B5}"/>
              </a:ext>
            </a:extLst>
          </p:cNvPr>
          <p:cNvSpPr txBox="1"/>
          <p:nvPr/>
        </p:nvSpPr>
        <p:spPr>
          <a:xfrm rot="18517277">
            <a:off x="2567761" y="3564277"/>
            <a:ext cx="32893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au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511D2C-8066-B677-ACAC-1147763E5678}"/>
              </a:ext>
            </a:extLst>
          </p:cNvPr>
          <p:cNvSpPr txBox="1"/>
          <p:nvPr/>
        </p:nvSpPr>
        <p:spPr>
          <a:xfrm rot="18517277">
            <a:off x="2739806" y="3564272"/>
            <a:ext cx="32893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au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FBEA81-7776-023E-0BC4-E933B6BE6DA1}"/>
              </a:ext>
            </a:extLst>
          </p:cNvPr>
          <p:cNvSpPr txBox="1"/>
          <p:nvPr/>
        </p:nvSpPr>
        <p:spPr>
          <a:xfrm rot="18517277">
            <a:off x="2934264" y="3573831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5C9C86E-3819-A92B-B27A-74E9DC8A8F89}"/>
              </a:ext>
            </a:extLst>
          </p:cNvPr>
          <p:cNvSpPr txBox="1"/>
          <p:nvPr/>
        </p:nvSpPr>
        <p:spPr>
          <a:xfrm rot="18517277">
            <a:off x="3115868" y="3578613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C540063-8E14-7338-36F2-B524EFDB887A}"/>
              </a:ext>
            </a:extLst>
          </p:cNvPr>
          <p:cNvSpPr txBox="1"/>
          <p:nvPr/>
        </p:nvSpPr>
        <p:spPr>
          <a:xfrm rot="18517277">
            <a:off x="3311808" y="3564271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F49E991-261C-E5ED-E546-259FB1F60B35}"/>
              </a:ext>
            </a:extLst>
          </p:cNvPr>
          <p:cNvSpPr txBox="1"/>
          <p:nvPr/>
        </p:nvSpPr>
        <p:spPr>
          <a:xfrm rot="18517277">
            <a:off x="3443007" y="3573833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rec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8A2DAB-7DA3-00C6-8451-F3F4D8983620}"/>
              </a:ext>
            </a:extLst>
          </p:cNvPr>
          <p:cNvSpPr txBox="1"/>
          <p:nvPr/>
        </p:nvSpPr>
        <p:spPr>
          <a:xfrm rot="18517277">
            <a:off x="3610275" y="3588172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rec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30FB76-87E1-26FE-4F79-11784B9320D6}"/>
              </a:ext>
            </a:extLst>
          </p:cNvPr>
          <p:cNvSpPr txBox="1"/>
          <p:nvPr/>
        </p:nvSpPr>
        <p:spPr>
          <a:xfrm rot="18517277">
            <a:off x="3796654" y="3588172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rec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6FC895B-5273-DC9D-A043-7BDE2B582B96}"/>
              </a:ext>
            </a:extLst>
          </p:cNvPr>
          <p:cNvSpPr txBox="1"/>
          <p:nvPr/>
        </p:nvSpPr>
        <p:spPr>
          <a:xfrm rot="18517277">
            <a:off x="3983038" y="3592951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A116C82-7540-1EFF-E1E1-13C9E224894A}"/>
              </a:ext>
            </a:extLst>
          </p:cNvPr>
          <p:cNvSpPr txBox="1"/>
          <p:nvPr/>
        </p:nvSpPr>
        <p:spPr>
          <a:xfrm rot="18517277">
            <a:off x="4159863" y="3583395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A40928B-44BD-E808-D28D-B4F4937AFDD0}"/>
              </a:ext>
            </a:extLst>
          </p:cNvPr>
          <p:cNvSpPr txBox="1"/>
          <p:nvPr/>
        </p:nvSpPr>
        <p:spPr>
          <a:xfrm rot="18517277">
            <a:off x="4355806" y="3588176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CF16398-38DC-572A-B7C8-B8438A2A6FA9}"/>
              </a:ext>
            </a:extLst>
          </p:cNvPr>
          <p:cNvSpPr txBox="1"/>
          <p:nvPr/>
        </p:nvSpPr>
        <p:spPr>
          <a:xfrm rot="18517277">
            <a:off x="4559143" y="3569054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96E9446-81F0-05E9-818E-5580474C17AF}"/>
              </a:ext>
            </a:extLst>
          </p:cNvPr>
          <p:cNvSpPr txBox="1"/>
          <p:nvPr/>
        </p:nvSpPr>
        <p:spPr>
          <a:xfrm rot="18517277">
            <a:off x="4731189" y="3573834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BD088F-35F6-96E4-826C-1EA4D6C85481}"/>
              </a:ext>
            </a:extLst>
          </p:cNvPr>
          <p:cNvSpPr txBox="1"/>
          <p:nvPr/>
        </p:nvSpPr>
        <p:spPr>
          <a:xfrm rot="18517277">
            <a:off x="4903235" y="3583395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9590B7D-7164-4EC6-06FA-FD637DCE975A}"/>
              </a:ext>
            </a:extLst>
          </p:cNvPr>
          <p:cNvSpPr txBox="1"/>
          <p:nvPr/>
        </p:nvSpPr>
        <p:spPr>
          <a:xfrm rot="18517277">
            <a:off x="5534443" y="3559494"/>
            <a:ext cx="32893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au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C8C10C4-4CBF-D819-3817-B6C34207BD76}"/>
              </a:ext>
            </a:extLst>
          </p:cNvPr>
          <p:cNvSpPr txBox="1"/>
          <p:nvPr/>
        </p:nvSpPr>
        <p:spPr>
          <a:xfrm rot="18517277">
            <a:off x="5711987" y="3589005"/>
            <a:ext cx="33695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7890070-9B92-FB1E-A760-62FF9969D3EF}"/>
              </a:ext>
            </a:extLst>
          </p:cNvPr>
          <p:cNvSpPr txBox="1"/>
          <p:nvPr/>
        </p:nvSpPr>
        <p:spPr>
          <a:xfrm rot="18517277">
            <a:off x="5902550" y="3582979"/>
            <a:ext cx="33695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A3DA53-0B11-919D-69F2-272029639CD0}"/>
              </a:ext>
            </a:extLst>
          </p:cNvPr>
          <p:cNvSpPr txBox="1"/>
          <p:nvPr/>
        </p:nvSpPr>
        <p:spPr>
          <a:xfrm rot="18517277">
            <a:off x="6075111" y="3559494"/>
            <a:ext cx="34977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B229A4F-E8AC-63AF-7CCC-E4465D2A61DA}"/>
              </a:ext>
            </a:extLst>
          </p:cNvPr>
          <p:cNvSpPr txBox="1"/>
          <p:nvPr/>
        </p:nvSpPr>
        <p:spPr>
          <a:xfrm rot="18517277">
            <a:off x="6266271" y="3559494"/>
            <a:ext cx="34977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B64C9D6-348B-48A3-9E5E-737598CAD830}"/>
              </a:ext>
            </a:extLst>
          </p:cNvPr>
          <p:cNvSpPr txBox="1"/>
          <p:nvPr/>
        </p:nvSpPr>
        <p:spPr>
          <a:xfrm rot="18517277">
            <a:off x="6424486" y="3585064"/>
            <a:ext cx="33695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5732897-478D-FBF5-CB3D-C20512B146EC}"/>
              </a:ext>
            </a:extLst>
          </p:cNvPr>
          <p:cNvSpPr txBox="1"/>
          <p:nvPr/>
        </p:nvSpPr>
        <p:spPr>
          <a:xfrm rot="18517277">
            <a:off x="6600147" y="3589004"/>
            <a:ext cx="32893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au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7EAB074-DFA4-7E01-9F80-8F2238C00404}"/>
              </a:ext>
            </a:extLst>
          </p:cNvPr>
          <p:cNvSpPr txBox="1"/>
          <p:nvPr/>
        </p:nvSpPr>
        <p:spPr>
          <a:xfrm rot="18517277">
            <a:off x="6804989" y="3572038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B320DC3-F7B4-4B3C-EA7F-44FF2752C815}"/>
              </a:ext>
            </a:extLst>
          </p:cNvPr>
          <p:cNvSpPr txBox="1"/>
          <p:nvPr/>
        </p:nvSpPr>
        <p:spPr>
          <a:xfrm rot="18517277">
            <a:off x="6986593" y="3576820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B9E37F3-0E03-3A6E-C89B-F88DBCB79B24}"/>
              </a:ext>
            </a:extLst>
          </p:cNvPr>
          <p:cNvSpPr txBox="1"/>
          <p:nvPr/>
        </p:nvSpPr>
        <p:spPr>
          <a:xfrm rot="18517277">
            <a:off x="7140263" y="3588538"/>
            <a:ext cx="32893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au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77DE00E-4A2E-57AF-AD40-4D0779C51FD1}"/>
              </a:ext>
            </a:extLst>
          </p:cNvPr>
          <p:cNvSpPr txBox="1"/>
          <p:nvPr/>
        </p:nvSpPr>
        <p:spPr>
          <a:xfrm rot="18517277">
            <a:off x="7349797" y="3586382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019A676-EDA6-E384-14D8-957F740D1EE6}"/>
              </a:ext>
            </a:extLst>
          </p:cNvPr>
          <p:cNvSpPr txBox="1"/>
          <p:nvPr/>
        </p:nvSpPr>
        <p:spPr>
          <a:xfrm rot="18517277">
            <a:off x="7508824" y="3564277"/>
            <a:ext cx="34977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A82AFC4-6ED7-E319-FC8D-4604E254CAF3}"/>
              </a:ext>
            </a:extLst>
          </p:cNvPr>
          <p:cNvSpPr txBox="1"/>
          <p:nvPr/>
        </p:nvSpPr>
        <p:spPr>
          <a:xfrm rot="18517277">
            <a:off x="7710760" y="3578843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CD81AE9-5EFD-7CD2-B55B-B5A3C05D6D83}"/>
              </a:ext>
            </a:extLst>
          </p:cNvPr>
          <p:cNvSpPr txBox="1"/>
          <p:nvPr/>
        </p:nvSpPr>
        <p:spPr>
          <a:xfrm rot="18517277">
            <a:off x="7889506" y="3584611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3FBA881-526F-A05D-2B11-C3C88A703A8F}"/>
              </a:ext>
            </a:extLst>
          </p:cNvPr>
          <p:cNvSpPr txBox="1"/>
          <p:nvPr/>
        </p:nvSpPr>
        <p:spPr>
          <a:xfrm rot="18517277">
            <a:off x="8066331" y="3584612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67DFF52-A9AC-B854-DA7A-0C130B581F6C}"/>
              </a:ext>
            </a:extLst>
          </p:cNvPr>
          <p:cNvSpPr txBox="1"/>
          <p:nvPr/>
        </p:nvSpPr>
        <p:spPr>
          <a:xfrm rot="18517277">
            <a:off x="8235233" y="3579998"/>
            <a:ext cx="31611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F09B9AD-0772-D36B-46AF-2802A321AD4F}"/>
              </a:ext>
            </a:extLst>
          </p:cNvPr>
          <p:cNvSpPr txBox="1"/>
          <p:nvPr/>
        </p:nvSpPr>
        <p:spPr>
          <a:xfrm rot="18517277">
            <a:off x="8423529" y="3587101"/>
            <a:ext cx="31611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158F46F-7595-3F78-0EBB-9F305712C757}"/>
              </a:ext>
            </a:extLst>
          </p:cNvPr>
          <p:cNvSpPr txBox="1"/>
          <p:nvPr/>
        </p:nvSpPr>
        <p:spPr>
          <a:xfrm rot="18517277">
            <a:off x="8599906" y="3587419"/>
            <a:ext cx="316112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3E41B04-6E8E-11FD-FA1D-0ADE7357A240}"/>
              </a:ext>
            </a:extLst>
          </p:cNvPr>
          <p:cNvSpPr txBox="1"/>
          <p:nvPr/>
        </p:nvSpPr>
        <p:spPr>
          <a:xfrm rot="18517277">
            <a:off x="8757174" y="3594106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rec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E6EBBBF-CBBC-FA19-8D8E-15E31E4573A1}"/>
              </a:ext>
            </a:extLst>
          </p:cNvPr>
          <p:cNvSpPr txBox="1"/>
          <p:nvPr/>
        </p:nvSpPr>
        <p:spPr>
          <a:xfrm rot="18517277">
            <a:off x="8924442" y="3608445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rec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32CEA6E-C738-0363-B96C-9377554B7F47}"/>
              </a:ext>
            </a:extLst>
          </p:cNvPr>
          <p:cNvSpPr txBox="1"/>
          <p:nvPr/>
        </p:nvSpPr>
        <p:spPr>
          <a:xfrm rot="18517277">
            <a:off x="9110821" y="3608445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rec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C18D82-F46E-1B21-CD42-2189B3A094AA}"/>
              </a:ext>
            </a:extLst>
          </p:cNvPr>
          <p:cNvSpPr txBox="1"/>
          <p:nvPr/>
        </p:nvSpPr>
        <p:spPr>
          <a:xfrm rot="18517277">
            <a:off x="9344375" y="3588809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B9DC82A-60A4-0DD5-4BB3-0CFA85E4484B}"/>
              </a:ext>
            </a:extLst>
          </p:cNvPr>
          <p:cNvSpPr txBox="1"/>
          <p:nvPr/>
        </p:nvSpPr>
        <p:spPr>
          <a:xfrm rot="18517277">
            <a:off x="9516422" y="3593589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18BCD81-F943-45FE-98D8-3F3FF2A24DF4}"/>
              </a:ext>
            </a:extLst>
          </p:cNvPr>
          <p:cNvSpPr txBox="1"/>
          <p:nvPr/>
        </p:nvSpPr>
        <p:spPr>
          <a:xfrm rot="18517277">
            <a:off x="9688468" y="3603150"/>
            <a:ext cx="293670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EB32CEE-D6F7-3DCD-A33A-CD4500E529E4}"/>
              </a:ext>
            </a:extLst>
          </p:cNvPr>
          <p:cNvSpPr txBox="1"/>
          <p:nvPr/>
        </p:nvSpPr>
        <p:spPr>
          <a:xfrm rot="18517277">
            <a:off x="9811829" y="3622776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1EC90E4-40F4-336E-712C-505C793CEE93}"/>
              </a:ext>
            </a:extLst>
          </p:cNvPr>
          <p:cNvSpPr txBox="1"/>
          <p:nvPr/>
        </p:nvSpPr>
        <p:spPr>
          <a:xfrm rot="18517277">
            <a:off x="9988655" y="3613219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2FD06A4-C565-A9A6-2807-D7EDD85103BF}"/>
              </a:ext>
            </a:extLst>
          </p:cNvPr>
          <p:cNvSpPr txBox="1"/>
          <p:nvPr/>
        </p:nvSpPr>
        <p:spPr>
          <a:xfrm rot="18517277">
            <a:off x="10184598" y="3618000"/>
            <a:ext cx="365806" cy="248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6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BC5571D1-128A-D0AE-82D9-38FB31934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2" t="38244" r="73539" b="59886"/>
          <a:stretch/>
        </p:blipFill>
        <p:spPr>
          <a:xfrm>
            <a:off x="8288742" y="6925203"/>
            <a:ext cx="126055" cy="967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AFF3A0-5797-F210-D3C1-A5932497D59B}"/>
              </a:ext>
            </a:extLst>
          </p:cNvPr>
          <p:cNvSpPr txBox="1"/>
          <p:nvPr/>
        </p:nvSpPr>
        <p:spPr>
          <a:xfrm>
            <a:off x="8225475" y="6862480"/>
            <a:ext cx="342415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A9972-7E55-5724-23AC-8C92C1EF0C47}"/>
              </a:ext>
            </a:extLst>
          </p:cNvPr>
          <p:cNvSpPr/>
          <p:nvPr/>
        </p:nvSpPr>
        <p:spPr>
          <a:xfrm>
            <a:off x="8553409" y="7355320"/>
            <a:ext cx="95511" cy="96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DE7D7-104E-D2DB-7434-261E3A5E7245}"/>
              </a:ext>
            </a:extLst>
          </p:cNvPr>
          <p:cNvSpPr txBox="1"/>
          <p:nvPr/>
        </p:nvSpPr>
        <p:spPr>
          <a:xfrm>
            <a:off x="8468250" y="7281839"/>
            <a:ext cx="342415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rk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0EA058A-8C87-382C-B93F-355E64C303A0}"/>
              </a:ext>
            </a:extLst>
          </p:cNvPr>
          <p:cNvGrpSpPr/>
          <p:nvPr/>
        </p:nvGrpSpPr>
        <p:grpSpPr>
          <a:xfrm>
            <a:off x="9194072" y="7066777"/>
            <a:ext cx="342415" cy="213905"/>
            <a:chOff x="8583913" y="5351461"/>
            <a:chExt cx="303314" cy="18947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E331F33-D320-267F-249A-89C36759E1C1}"/>
                </a:ext>
              </a:extLst>
            </p:cNvPr>
            <p:cNvSpPr/>
            <p:nvPr/>
          </p:nvSpPr>
          <p:spPr>
            <a:xfrm>
              <a:off x="8660906" y="5411788"/>
              <a:ext cx="84604" cy="85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32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5F9319B-7F3F-A9BA-A03A-6ADDB24EA98A}"/>
                </a:ext>
              </a:extLst>
            </p:cNvPr>
            <p:cNvSpPr txBox="1"/>
            <p:nvPr/>
          </p:nvSpPr>
          <p:spPr>
            <a:xfrm>
              <a:off x="8583913" y="5351461"/>
              <a:ext cx="303314" cy="189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rk</a:t>
              </a:r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BA47E58-650D-30F7-660E-063DD3827BB7}"/>
              </a:ext>
            </a:extLst>
          </p:cNvPr>
          <p:cNvSpPr/>
          <p:nvPr/>
        </p:nvSpPr>
        <p:spPr>
          <a:xfrm>
            <a:off x="7180135" y="4773545"/>
            <a:ext cx="95511" cy="96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851C30A-4C42-9C2C-724B-1269DE63917B}"/>
              </a:ext>
            </a:extLst>
          </p:cNvPr>
          <p:cNvSpPr/>
          <p:nvPr/>
        </p:nvSpPr>
        <p:spPr>
          <a:xfrm>
            <a:off x="8085040" y="4935290"/>
            <a:ext cx="95511" cy="96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11E5648-BE14-83F3-073B-86E16C2F04BD}"/>
              </a:ext>
            </a:extLst>
          </p:cNvPr>
          <p:cNvSpPr txBox="1"/>
          <p:nvPr/>
        </p:nvSpPr>
        <p:spPr>
          <a:xfrm>
            <a:off x="8031808" y="4856435"/>
            <a:ext cx="342415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13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CC02E3A-2D12-A7C6-C60E-7EED942E1DC1}"/>
              </a:ext>
            </a:extLst>
          </p:cNvPr>
          <p:cNvSpPr txBox="1"/>
          <p:nvPr/>
        </p:nvSpPr>
        <p:spPr>
          <a:xfrm>
            <a:off x="7065975" y="4709022"/>
            <a:ext cx="342415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13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E87CE48-70BA-7FB4-8760-F15064C68EA6}"/>
              </a:ext>
            </a:extLst>
          </p:cNvPr>
          <p:cNvGrpSpPr/>
          <p:nvPr/>
        </p:nvGrpSpPr>
        <p:grpSpPr>
          <a:xfrm>
            <a:off x="7826497" y="4081773"/>
            <a:ext cx="342415" cy="213905"/>
            <a:chOff x="7372505" y="2707322"/>
            <a:chExt cx="303314" cy="189479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D8374C3-C2D5-8183-28D5-D93215CD407B}"/>
                </a:ext>
              </a:extLst>
            </p:cNvPr>
            <p:cNvSpPr/>
            <p:nvPr/>
          </p:nvSpPr>
          <p:spPr>
            <a:xfrm>
              <a:off x="7465803" y="2777570"/>
              <a:ext cx="84604" cy="85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32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45BCB90-95A0-F962-D855-02474CF29505}"/>
                </a:ext>
              </a:extLst>
            </p:cNvPr>
            <p:cNvSpPr txBox="1"/>
            <p:nvPr/>
          </p:nvSpPr>
          <p:spPr>
            <a:xfrm>
              <a:off x="7372505" y="2707322"/>
              <a:ext cx="303314" cy="189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13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2337D61-A16E-D097-DD9E-A4C1CC9DFFA5}"/>
              </a:ext>
            </a:extLst>
          </p:cNvPr>
          <p:cNvGrpSpPr/>
          <p:nvPr/>
        </p:nvGrpSpPr>
        <p:grpSpPr>
          <a:xfrm>
            <a:off x="1351791" y="7398893"/>
            <a:ext cx="342415" cy="213905"/>
            <a:chOff x="7372505" y="2707322"/>
            <a:chExt cx="303314" cy="189479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FBA608C9-4622-FF7F-DEFA-1CD74E2B4BF8}"/>
                </a:ext>
              </a:extLst>
            </p:cNvPr>
            <p:cNvSpPr/>
            <p:nvPr/>
          </p:nvSpPr>
          <p:spPr>
            <a:xfrm>
              <a:off x="7465803" y="2777570"/>
              <a:ext cx="84604" cy="85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32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9CC2F57-110E-3628-D612-F00241533B6A}"/>
                </a:ext>
              </a:extLst>
            </p:cNvPr>
            <p:cNvSpPr txBox="1"/>
            <p:nvPr/>
          </p:nvSpPr>
          <p:spPr>
            <a:xfrm>
              <a:off x="7372505" y="2707322"/>
              <a:ext cx="303314" cy="189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13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4389167-834E-04EF-BCEF-5F4110AECE33}"/>
              </a:ext>
            </a:extLst>
          </p:cNvPr>
          <p:cNvGrpSpPr/>
          <p:nvPr/>
        </p:nvGrpSpPr>
        <p:grpSpPr>
          <a:xfrm>
            <a:off x="2068538" y="7440467"/>
            <a:ext cx="342415" cy="213905"/>
            <a:chOff x="7372505" y="2707322"/>
            <a:chExt cx="303314" cy="189479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74C8FEC-29F1-472F-4DA8-0AEBF3A08C39}"/>
                </a:ext>
              </a:extLst>
            </p:cNvPr>
            <p:cNvSpPr/>
            <p:nvPr/>
          </p:nvSpPr>
          <p:spPr>
            <a:xfrm>
              <a:off x="7465803" y="2777570"/>
              <a:ext cx="84604" cy="85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32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91F5702-27EC-60F2-CCD8-37F31DE520EE}"/>
                </a:ext>
              </a:extLst>
            </p:cNvPr>
            <p:cNvSpPr txBox="1"/>
            <p:nvPr/>
          </p:nvSpPr>
          <p:spPr>
            <a:xfrm>
              <a:off x="7372505" y="2707322"/>
              <a:ext cx="303314" cy="189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13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C79C345-2D15-5E82-3CEB-6AB18DA7598D}"/>
              </a:ext>
            </a:extLst>
          </p:cNvPr>
          <p:cNvSpPr/>
          <p:nvPr/>
        </p:nvSpPr>
        <p:spPr>
          <a:xfrm>
            <a:off x="1953331" y="7675326"/>
            <a:ext cx="95511" cy="742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FDB357D-69AA-1BCB-22DD-4C9CD1F838B8}"/>
              </a:ext>
            </a:extLst>
          </p:cNvPr>
          <p:cNvSpPr txBox="1"/>
          <p:nvPr/>
        </p:nvSpPr>
        <p:spPr>
          <a:xfrm>
            <a:off x="1837293" y="7592446"/>
            <a:ext cx="342415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13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90" dirty="0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EA05401-6F6C-5AAC-5B9A-C04A9DCD03AF}"/>
              </a:ext>
            </a:extLst>
          </p:cNvPr>
          <p:cNvGrpSpPr/>
          <p:nvPr/>
        </p:nvGrpSpPr>
        <p:grpSpPr>
          <a:xfrm>
            <a:off x="1748211" y="5003142"/>
            <a:ext cx="342415" cy="213905"/>
            <a:chOff x="7372505" y="2707322"/>
            <a:chExt cx="303314" cy="189479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F824C7C-2791-41E9-03AA-05AB8184FE3E}"/>
                </a:ext>
              </a:extLst>
            </p:cNvPr>
            <p:cNvSpPr/>
            <p:nvPr/>
          </p:nvSpPr>
          <p:spPr>
            <a:xfrm>
              <a:off x="7465803" y="2777570"/>
              <a:ext cx="84604" cy="85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32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267662E-9B45-8586-966E-09AFAFBF6073}"/>
                </a:ext>
              </a:extLst>
            </p:cNvPr>
            <p:cNvSpPr txBox="1"/>
            <p:nvPr/>
          </p:nvSpPr>
          <p:spPr>
            <a:xfrm>
              <a:off x="7372505" y="2707322"/>
              <a:ext cx="303314" cy="189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13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02A858F-8DC3-CF2C-123C-2896CF070FD5}"/>
              </a:ext>
            </a:extLst>
          </p:cNvPr>
          <p:cNvGrpSpPr/>
          <p:nvPr/>
        </p:nvGrpSpPr>
        <p:grpSpPr>
          <a:xfrm>
            <a:off x="2131461" y="5024648"/>
            <a:ext cx="342415" cy="213905"/>
            <a:chOff x="7372505" y="2707322"/>
            <a:chExt cx="303314" cy="189479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051F948-94E7-EB87-7BD9-C8CCED4109F3}"/>
                </a:ext>
              </a:extLst>
            </p:cNvPr>
            <p:cNvSpPr/>
            <p:nvPr/>
          </p:nvSpPr>
          <p:spPr>
            <a:xfrm>
              <a:off x="7465803" y="2777570"/>
              <a:ext cx="84604" cy="85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32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D47504E6-10BA-2370-2656-59FA382A12A1}"/>
                </a:ext>
              </a:extLst>
            </p:cNvPr>
            <p:cNvSpPr txBox="1"/>
            <p:nvPr/>
          </p:nvSpPr>
          <p:spPr>
            <a:xfrm>
              <a:off x="7372505" y="2707322"/>
              <a:ext cx="303314" cy="189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13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0CDED41-28E0-A911-87B5-402E56E8A2EA}"/>
              </a:ext>
            </a:extLst>
          </p:cNvPr>
          <p:cNvGrpSpPr/>
          <p:nvPr/>
        </p:nvGrpSpPr>
        <p:grpSpPr>
          <a:xfrm>
            <a:off x="2299783" y="5053323"/>
            <a:ext cx="342415" cy="213905"/>
            <a:chOff x="7372505" y="2707322"/>
            <a:chExt cx="303314" cy="189479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CB42756-CAD6-4B2E-4FDD-5F70526CF9FD}"/>
                </a:ext>
              </a:extLst>
            </p:cNvPr>
            <p:cNvSpPr/>
            <p:nvPr/>
          </p:nvSpPr>
          <p:spPr>
            <a:xfrm>
              <a:off x="7465803" y="2777570"/>
              <a:ext cx="84604" cy="85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32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640D69A-4CC3-D81D-8C47-A0E73EDD72A0}"/>
                </a:ext>
              </a:extLst>
            </p:cNvPr>
            <p:cNvSpPr txBox="1"/>
            <p:nvPr/>
          </p:nvSpPr>
          <p:spPr>
            <a:xfrm>
              <a:off x="7372505" y="2707322"/>
              <a:ext cx="303314" cy="189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13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90" dirty="0">
                  <a:solidFill>
                    <a:srgbClr val="5252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</a:p>
          </p:txBody>
        </p: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F6DC2A7-BE2C-3DE5-C99E-38202455114B}"/>
              </a:ext>
            </a:extLst>
          </p:cNvPr>
          <p:cNvSpPr/>
          <p:nvPr/>
        </p:nvSpPr>
        <p:spPr>
          <a:xfrm>
            <a:off x="11049803" y="6227459"/>
            <a:ext cx="635617" cy="425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87F60A5-036E-EA08-76CF-A9C4D325E485}"/>
              </a:ext>
            </a:extLst>
          </p:cNvPr>
          <p:cNvSpPr txBox="1"/>
          <p:nvPr/>
        </p:nvSpPr>
        <p:spPr>
          <a:xfrm>
            <a:off x="10900278" y="6171125"/>
            <a:ext cx="636713" cy="213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90" i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aegypti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764A2FC-7AB0-6B39-EC8F-5E8D48980EE6}"/>
              </a:ext>
            </a:extLst>
          </p:cNvPr>
          <p:cNvSpPr txBox="1"/>
          <p:nvPr/>
        </p:nvSpPr>
        <p:spPr>
          <a:xfrm>
            <a:off x="10893116" y="6319278"/>
            <a:ext cx="643125" cy="213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90" i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griseus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0F310F3-56AE-AB99-F308-8211B594A517}"/>
              </a:ext>
            </a:extLst>
          </p:cNvPr>
          <p:cNvSpPr txBox="1"/>
          <p:nvPr/>
        </p:nvSpPr>
        <p:spPr>
          <a:xfrm>
            <a:off x="10900286" y="6467430"/>
            <a:ext cx="772969" cy="213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90" i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 siliculosus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3CC0BAC-B2B5-DC7B-D802-C729BD7F4D1D}"/>
              </a:ext>
            </a:extLst>
          </p:cNvPr>
          <p:cNvSpPr/>
          <p:nvPr/>
        </p:nvSpPr>
        <p:spPr>
          <a:xfrm>
            <a:off x="11004990" y="4878560"/>
            <a:ext cx="391303" cy="129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F6BACCB-E516-C216-463D-65A9A66DE11F}"/>
              </a:ext>
            </a:extLst>
          </p:cNvPr>
          <p:cNvSpPr txBox="1"/>
          <p:nvPr/>
        </p:nvSpPr>
        <p:spPr>
          <a:xfrm>
            <a:off x="10888740" y="4846129"/>
            <a:ext cx="635110" cy="213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9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2FC86F7-CED4-EA23-BAB1-E2448FE9767D}"/>
              </a:ext>
            </a:extLst>
          </p:cNvPr>
          <p:cNvSpPr/>
          <p:nvPr/>
        </p:nvSpPr>
        <p:spPr>
          <a:xfrm>
            <a:off x="11045032" y="5050607"/>
            <a:ext cx="878154" cy="989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E3ABE63-39D7-29A4-A347-AB6AFD4FD029}"/>
              </a:ext>
            </a:extLst>
          </p:cNvPr>
          <p:cNvSpPr txBox="1"/>
          <p:nvPr/>
        </p:nvSpPr>
        <p:spPr>
          <a:xfrm>
            <a:off x="10895915" y="4977546"/>
            <a:ext cx="1127232" cy="1097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81"/>
              </a:spcAft>
            </a:pPr>
            <a:r>
              <a:rPr lang="en-US" sz="79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MetaCyc</a:t>
            </a:r>
            <a:r>
              <a:rPr lang="en-US" sz="79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KEGG</a:t>
            </a:r>
          </a:p>
          <a:p>
            <a:pPr>
              <a:spcAft>
                <a:spcPts val="181"/>
              </a:spcAft>
            </a:pPr>
            <a:r>
              <a:rPr lang="en-US" sz="79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MetaCyc</a:t>
            </a:r>
            <a:r>
              <a:rPr lang="en-US" sz="79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Template</a:t>
            </a:r>
          </a:p>
          <a:p>
            <a:pPr>
              <a:spcAft>
                <a:spcPts val="181"/>
              </a:spcAft>
            </a:pPr>
            <a:r>
              <a:rPr lang="en-US" sz="79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MetaCyc</a:t>
            </a:r>
            <a:endParaRPr lang="en-US" sz="79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81"/>
              </a:spcAft>
            </a:pPr>
            <a:r>
              <a:rPr lang="en-US" sz="79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BiGG</a:t>
            </a:r>
            <a:endParaRPr lang="en-US" sz="79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81"/>
              </a:spcAft>
            </a:pPr>
            <a:r>
              <a:rPr lang="en-US" sz="79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KEGG</a:t>
            </a:r>
          </a:p>
          <a:p>
            <a:pPr>
              <a:spcAft>
                <a:spcPts val="181"/>
              </a:spcAft>
            </a:pPr>
            <a:r>
              <a:rPr lang="en-US" sz="79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ModelSEED</a:t>
            </a:r>
            <a:endParaRPr lang="en-US" sz="79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81"/>
              </a:spcAft>
            </a:pPr>
            <a:r>
              <a:rPr lang="en-US" sz="79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7867411-2EC7-9570-6A9D-36616E36E06A}"/>
              </a:ext>
            </a:extLst>
          </p:cNvPr>
          <p:cNvSpPr/>
          <p:nvPr/>
        </p:nvSpPr>
        <p:spPr>
          <a:xfrm>
            <a:off x="11041440" y="6072140"/>
            <a:ext cx="480296" cy="139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9386EBC-9D26-2CBF-BEF6-8DDCD47E9042}"/>
              </a:ext>
            </a:extLst>
          </p:cNvPr>
          <p:cNvSpPr txBox="1"/>
          <p:nvPr/>
        </p:nvSpPr>
        <p:spPr>
          <a:xfrm>
            <a:off x="10899493" y="6033274"/>
            <a:ext cx="742624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9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Organism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6ACBB14-4B44-2383-3E82-8475DCF04DB8}"/>
              </a:ext>
            </a:extLst>
          </p:cNvPr>
          <p:cNvSpPr txBox="1"/>
          <p:nvPr/>
        </p:nvSpPr>
        <p:spPr>
          <a:xfrm>
            <a:off x="100204" y="1901175"/>
            <a:ext cx="431528" cy="335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8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1F9216E-757C-A421-33D7-414ECE38891C}"/>
              </a:ext>
            </a:extLst>
          </p:cNvPr>
          <p:cNvSpPr txBox="1"/>
          <p:nvPr/>
        </p:nvSpPr>
        <p:spPr>
          <a:xfrm>
            <a:off x="5369915" y="1901175"/>
            <a:ext cx="431528" cy="335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8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0CEF6F9-CEB8-8CA1-E0DD-DBDC4C992DA0}"/>
              </a:ext>
            </a:extLst>
          </p:cNvPr>
          <p:cNvSpPr/>
          <p:nvPr/>
        </p:nvSpPr>
        <p:spPr>
          <a:xfrm>
            <a:off x="11135826" y="4733994"/>
            <a:ext cx="430116" cy="129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D177EB2-5F04-F52C-B945-ADBC1ED789FB}"/>
              </a:ext>
            </a:extLst>
          </p:cNvPr>
          <p:cNvSpPr txBox="1"/>
          <p:nvPr/>
        </p:nvSpPr>
        <p:spPr>
          <a:xfrm>
            <a:off x="11024219" y="4676464"/>
            <a:ext cx="595035" cy="231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3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295179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0601045-E1CF-641D-D051-BDB706C5D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6474" b="11009"/>
          <a:stretch>
            <a:fillRect/>
          </a:stretch>
        </p:blipFill>
        <p:spPr>
          <a:xfrm>
            <a:off x="0" y="3557798"/>
            <a:ext cx="2868328" cy="3432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8002A3-0E13-B28F-FF8D-384701FE6DF1}"/>
              </a:ext>
            </a:extLst>
          </p:cNvPr>
          <p:cNvSpPr txBox="1"/>
          <p:nvPr/>
        </p:nvSpPr>
        <p:spPr>
          <a:xfrm>
            <a:off x="0" y="3133159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B39DD-0B72-4662-BC94-59F02CB52382}"/>
              </a:ext>
            </a:extLst>
          </p:cNvPr>
          <p:cNvSpPr txBox="1"/>
          <p:nvPr/>
        </p:nvSpPr>
        <p:spPr>
          <a:xfrm>
            <a:off x="3042627" y="317125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2CE4D-CEE2-F4F7-F358-BE34D5C61AEC}"/>
              </a:ext>
            </a:extLst>
          </p:cNvPr>
          <p:cNvSpPr txBox="1"/>
          <p:nvPr/>
        </p:nvSpPr>
        <p:spPr>
          <a:xfrm>
            <a:off x="7686033" y="317125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189B271-A223-9476-796B-E08EDFA0C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033" b="11009"/>
          <a:stretch>
            <a:fillRect/>
          </a:stretch>
        </p:blipFill>
        <p:spPr>
          <a:xfrm>
            <a:off x="7666520" y="3440935"/>
            <a:ext cx="4385118" cy="343256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BD4D06A-ECD8-C2B3-9901-FC9918527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329" t="89906" r="33671" b="921"/>
          <a:stretch>
            <a:fillRect/>
          </a:stretch>
        </p:blipFill>
        <p:spPr>
          <a:xfrm>
            <a:off x="5526171" y="6940878"/>
            <a:ext cx="4023361" cy="3538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C3515FE-243D-D564-8C86-70541B638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282" r="36009" b="11009"/>
          <a:stretch>
            <a:fillRect/>
          </a:stretch>
        </p:blipFill>
        <p:spPr>
          <a:xfrm>
            <a:off x="2933685" y="3440935"/>
            <a:ext cx="4475497" cy="343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29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10929</TotalTime>
  <Words>210</Words>
  <Application>Microsoft Office PowerPoint</Application>
  <PresentationFormat>Custom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Mejías</dc:creator>
  <cp:lastModifiedBy>sebastian Mejías</cp:lastModifiedBy>
  <cp:revision>15</cp:revision>
  <dcterms:created xsi:type="dcterms:W3CDTF">2025-11-27T20:30:17Z</dcterms:created>
  <dcterms:modified xsi:type="dcterms:W3CDTF">2025-12-13T23:05:43Z</dcterms:modified>
</cp:coreProperties>
</file>